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6" r:id="rId2"/>
    <p:sldId id="268" r:id="rId3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76" d="100"/>
          <a:sy n="76" d="100"/>
        </p:scale>
        <p:origin x="296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AZOUZI, NABIL" userId="0fc5a695-e358-42ad-a5cb-67a9c5b98192" providerId="ADAL" clId="{87D1A9C0-3717-42BC-B8CD-D19A17AFD0CC}"/>
    <pc:docChg chg="custSel delSld modSld">
      <pc:chgData name="MAAZOUZI, NABIL" userId="0fc5a695-e358-42ad-a5cb-67a9c5b98192" providerId="ADAL" clId="{87D1A9C0-3717-42BC-B8CD-D19A17AFD0CC}" dt="2024-03-25T15:50:00.801" v="34" actId="20577"/>
      <pc:docMkLst>
        <pc:docMk/>
      </pc:docMkLst>
      <pc:sldChg chg="del">
        <pc:chgData name="MAAZOUZI, NABIL" userId="0fc5a695-e358-42ad-a5cb-67a9c5b98192" providerId="ADAL" clId="{87D1A9C0-3717-42BC-B8CD-D19A17AFD0CC}" dt="2024-03-25T15:49:23.393" v="0" actId="47"/>
        <pc:sldMkLst>
          <pc:docMk/>
          <pc:sldMk cId="294199588" sldId="259"/>
        </pc:sldMkLst>
      </pc:sldChg>
      <pc:sldChg chg="del">
        <pc:chgData name="MAAZOUZI, NABIL" userId="0fc5a695-e358-42ad-a5cb-67a9c5b98192" providerId="ADAL" clId="{87D1A9C0-3717-42BC-B8CD-D19A17AFD0CC}" dt="2024-03-25T15:49:23.393" v="0" actId="47"/>
        <pc:sldMkLst>
          <pc:docMk/>
          <pc:sldMk cId="469541340" sldId="260"/>
        </pc:sldMkLst>
      </pc:sldChg>
      <pc:sldChg chg="del">
        <pc:chgData name="MAAZOUZI, NABIL" userId="0fc5a695-e358-42ad-a5cb-67a9c5b98192" providerId="ADAL" clId="{87D1A9C0-3717-42BC-B8CD-D19A17AFD0CC}" dt="2024-03-25T15:49:23.393" v="0" actId="47"/>
        <pc:sldMkLst>
          <pc:docMk/>
          <pc:sldMk cId="1284313762" sldId="264"/>
        </pc:sldMkLst>
      </pc:sldChg>
      <pc:sldChg chg="modSp mod">
        <pc:chgData name="MAAZOUZI, NABIL" userId="0fc5a695-e358-42ad-a5cb-67a9c5b98192" providerId="ADAL" clId="{87D1A9C0-3717-42BC-B8CD-D19A17AFD0CC}" dt="2024-03-25T15:50:00.801" v="34" actId="20577"/>
        <pc:sldMkLst>
          <pc:docMk/>
          <pc:sldMk cId="3830881180" sldId="266"/>
        </pc:sldMkLst>
        <pc:spChg chg="mod">
          <ac:chgData name="MAAZOUZI, NABIL" userId="0fc5a695-e358-42ad-a5cb-67a9c5b98192" providerId="ADAL" clId="{87D1A9C0-3717-42BC-B8CD-D19A17AFD0CC}" dt="2024-03-25T15:50:00.801" v="34" actId="20577"/>
          <ac:spMkLst>
            <pc:docMk/>
            <pc:sldMk cId="3830881180" sldId="266"/>
            <ac:spMk id="3" creationId="{021CEA9E-7A2F-36EC-B4AB-1C1520C619F5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CC9E2E3-6249-C4DB-3502-AF98F63DF74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C27BACB1-5765-9D7C-A6EB-D685E9A33C6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13C718A-0722-8AC3-35A1-0AAD50664E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0235D-6604-4A02-B450-4CA6E5C2FB09}" type="datetimeFigureOut">
              <a:rPr lang="fr-FR" smtClean="0"/>
              <a:t>25/03/2024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6CDB5E0-D819-DA34-5899-9EF485D861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E6C4313-A8A8-C52F-6C2D-67945C0DD1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0CA1-1AFE-4D5B-A4D5-BEEDD1A119B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662699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7E3426D-0CB6-44E3-7D79-B8E8039073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2AF9408-1552-409D-5666-CEC969176C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EC285BA-A5FC-55E6-D3C7-F03BFF59C7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0235D-6604-4A02-B450-4CA6E5C2FB09}" type="datetimeFigureOut">
              <a:rPr lang="fr-FR" smtClean="0"/>
              <a:t>25/03/2024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CF68C96-66EB-110C-DBB0-AC17940513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0B0F8FA-99A0-6BC6-4D97-82B5C17C3F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0CA1-1AFE-4D5B-A4D5-BEEDD1A119B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178389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DBB4189-BB62-9290-67A4-A68E850C41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C7F5825F-0D22-0270-F80D-2904BC235F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9A8DBEF-6CBB-4AA1-3BF1-1F122E5343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0235D-6604-4A02-B450-4CA6E5C2FB09}" type="datetimeFigureOut">
              <a:rPr lang="fr-FR" smtClean="0"/>
              <a:t>25/03/2024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79E90CD-CED7-E8C5-6D50-B1CFA668DA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13A1CE0-ADD5-F7B8-9998-8F47227D70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0CA1-1AFE-4D5B-A4D5-BEEDD1A119B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014169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B2B3EC2-7275-F388-C616-41CF737E06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9CB3A76-B1DA-2142-6D5B-B88EB203500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683CE8D1-CD6C-7E93-A407-F4AC333BFB8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D300882B-2C23-857D-DC02-C72EA6455D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0235D-6604-4A02-B450-4CA6E5C2FB09}" type="datetimeFigureOut">
              <a:rPr lang="fr-FR" smtClean="0"/>
              <a:t>25/03/2024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CC454846-3FD0-E70A-8981-9FB84064B0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A7F78C08-38EF-AFC7-458A-7E0749FD35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0CA1-1AFE-4D5B-A4D5-BEEDD1A119B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007719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AE4BDF9-1D02-9151-52C1-50F2CF05AF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275D59A7-3390-5C76-F664-BCF5D49A6C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6D3FE461-C243-CC86-73AA-4CF5237037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F8D92A22-D95E-BBAA-984F-774175A2E78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2251A8C2-3F5D-007C-2B38-352B65738D6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8014DB37-ADCB-1374-42B0-ACEF648837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0235D-6604-4A02-B450-4CA6E5C2FB09}" type="datetimeFigureOut">
              <a:rPr lang="fr-FR" smtClean="0"/>
              <a:t>25/03/2024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6760AA34-34E2-C48E-8149-22ACFBCD2A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7DBDB6E8-46BD-730C-9B56-79BB982CF0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0CA1-1AFE-4D5B-A4D5-BEEDD1A119B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041818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D878E8B-C632-BC7C-8F04-999ED3ACE8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C78C2990-85BC-99E3-AD76-C29427A918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0235D-6604-4A02-B450-4CA6E5C2FB09}" type="datetimeFigureOut">
              <a:rPr lang="fr-FR" smtClean="0"/>
              <a:t>25/03/2024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19A89AB8-7A24-5D97-12DD-68B492F18B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A301078C-C9D9-8D97-4E07-EC22C49AAA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0CA1-1AFE-4D5B-A4D5-BEEDD1A119B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580211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D35530B2-47E9-C04E-5E80-599D45B99A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0235D-6604-4A02-B450-4CA6E5C2FB09}" type="datetimeFigureOut">
              <a:rPr lang="fr-FR" smtClean="0"/>
              <a:t>25/03/2024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7B6FD603-5E44-15CD-2FF8-71BFD92693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949CDD5F-95C5-62A6-2684-4994D47AEF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0CA1-1AFE-4D5B-A4D5-BEEDD1A119B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862459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878D604-A453-B9A9-2C25-DBC951DA96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CD52DAF-210A-A583-0FC6-B5A019D67A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28CD324D-D23E-1E55-3A1F-3875FAF6A4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EB59F30F-4639-4187-DFDE-949872D891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0235D-6604-4A02-B450-4CA6E5C2FB09}" type="datetimeFigureOut">
              <a:rPr lang="fr-FR" smtClean="0"/>
              <a:t>25/03/2024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BAD67C3E-5FEE-E77C-8111-3A9561484E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9D0C44B7-27EC-8A86-CA5E-6165F3A970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0CA1-1AFE-4D5B-A4D5-BEEDD1A119B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175209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F7DF7A1-AD79-3826-D262-3BEED5439D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EABB02E7-2D9A-7C48-A410-EE1F981BDF1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6D83E981-6072-DEBC-E912-65D8C81F0D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AC154B12-A744-3E9D-DC5F-AA9645DD8D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0235D-6604-4A02-B450-4CA6E5C2FB09}" type="datetimeFigureOut">
              <a:rPr lang="fr-FR" smtClean="0"/>
              <a:t>25/03/2024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F193428A-B198-6E0D-F870-0AB1216418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9FE6AB69-9D51-DC1C-EC21-1EEB3A1DC5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0CA1-1AFE-4D5B-A4D5-BEEDD1A119B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822015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15D5981-2670-7CE0-99CC-C332B583D9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E8E870D0-D188-DBAC-42DC-2A91420AF33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9804942-0159-C175-5FDF-79068D3403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0235D-6604-4A02-B450-4CA6E5C2FB09}" type="datetimeFigureOut">
              <a:rPr lang="fr-FR" smtClean="0"/>
              <a:t>25/03/2024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94FB217-EE66-9277-F83D-EB1AFD2729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89AE39B-D375-8C10-36CD-854B1DF23F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0CA1-1AFE-4D5B-A4D5-BEEDD1A119B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198961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AC788615-25A5-B5C8-380E-C98BB60A912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F7BDDB13-A666-8146-66EB-269A5FA8EE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7AC1862-24CF-3ABF-4FA6-6ED25A627B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0235D-6604-4A02-B450-4CA6E5C2FB09}" type="datetimeFigureOut">
              <a:rPr lang="fr-FR" smtClean="0"/>
              <a:t>25/03/2024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64F20B1-D116-6058-57DE-6991CA44FE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7F3030B-2820-6588-4A8E-1A76B3A151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0CA1-1AFE-4D5B-A4D5-BEEDD1A119B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97217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D83FCF94-7EDA-CC46-39C5-6C3F9DD717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59BBA59E-08AD-6CF4-C391-653F9614B0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6B2DD8E-DE57-1E72-38EC-69AA8BFAE11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30235D-6604-4A02-B450-4CA6E5C2FB09}" type="datetimeFigureOut">
              <a:rPr lang="fr-FR" smtClean="0"/>
              <a:t>25/03/2024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F2B51F6-BD5F-CCF2-85F9-67926EB7BFF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81CC85F-6E1D-FE2E-7131-91DFF6750C1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FF0CA1-1AFE-4D5B-A4D5-BEEDD1A119B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472939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7">
            <a:extLst>
              <a:ext uri="{FF2B5EF4-FFF2-40B4-BE49-F238E27FC236}">
                <a16:creationId xmlns:a16="http://schemas.microsoft.com/office/drawing/2014/main" id="{787F4F1C-8D3D-4EC1-B72D-A0470A5A08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8" name="Group 9">
            <a:extLst>
              <a:ext uri="{FF2B5EF4-FFF2-40B4-BE49-F238E27FC236}">
                <a16:creationId xmlns:a16="http://schemas.microsoft.com/office/drawing/2014/main" id="{D1E3DD61-64DB-46AD-B249-E273CD86B0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3296011"/>
            <a:ext cx="12192000" cy="3561989"/>
            <a:chOff x="0" y="3296011"/>
            <a:chExt cx="12192000" cy="3561989"/>
          </a:xfrm>
          <a:effectLst>
            <a:outerShdw blurRad="254000" dist="152400" dir="16200000" rotWithShape="0">
              <a:prstClr val="black">
                <a:alpha val="10000"/>
              </a:prstClr>
            </a:outerShdw>
          </a:effectLst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0D7053D3-590A-4E94-B092-C96EAF744C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0" y="3681702"/>
              <a:ext cx="12192000" cy="3176298"/>
              <a:chOff x="0" y="3681702"/>
              <a:chExt cx="12192000" cy="3176298"/>
            </a:xfrm>
          </p:grpSpPr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id="{2EB67199-6FF0-4DED-89D1-BAEA95F9F59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0" y="3681702"/>
                <a:ext cx="12192000" cy="3176298"/>
              </a:xfrm>
              <a:custGeom>
                <a:avLst/>
                <a:gdLst>
                  <a:gd name="connsiteX0" fmla="*/ 12192000 w 12192000"/>
                  <a:gd name="connsiteY0" fmla="*/ 0 h 3176298"/>
                  <a:gd name="connsiteX1" fmla="*/ 12192000 w 12192000"/>
                  <a:gd name="connsiteY1" fmla="*/ 3176298 h 3176298"/>
                  <a:gd name="connsiteX2" fmla="*/ 0 w 12192000"/>
                  <a:gd name="connsiteY2" fmla="*/ 3176298 h 3176298"/>
                  <a:gd name="connsiteX3" fmla="*/ 0 w 12192000"/>
                  <a:gd name="connsiteY3" fmla="*/ 2264980 h 3176298"/>
                  <a:gd name="connsiteX4" fmla="*/ 544 w 12192000"/>
                  <a:gd name="connsiteY4" fmla="*/ 2264980 h 3176298"/>
                  <a:gd name="connsiteX5" fmla="*/ 544 w 12192000"/>
                  <a:gd name="connsiteY5" fmla="*/ 2392219 h 3176298"/>
                  <a:gd name="connsiteX6" fmla="*/ 61197 w 12192000"/>
                  <a:gd name="connsiteY6" fmla="*/ 2387448 h 3176298"/>
                  <a:gd name="connsiteX7" fmla="*/ 119613 w 12192000"/>
                  <a:gd name="connsiteY7" fmla="*/ 2369945 h 3176298"/>
                  <a:gd name="connsiteX8" fmla="*/ 172384 w 12192000"/>
                  <a:gd name="connsiteY8" fmla="*/ 2347084 h 3176298"/>
                  <a:gd name="connsiteX9" fmla="*/ 274873 w 12192000"/>
                  <a:gd name="connsiteY9" fmla="*/ 2336988 h 3176298"/>
                  <a:gd name="connsiteX10" fmla="*/ 307259 w 12192000"/>
                  <a:gd name="connsiteY10" fmla="*/ 2331461 h 3176298"/>
                  <a:gd name="connsiteX11" fmla="*/ 394511 w 12192000"/>
                  <a:gd name="connsiteY11" fmla="*/ 2308601 h 3176298"/>
                  <a:gd name="connsiteX12" fmla="*/ 494337 w 12192000"/>
                  <a:gd name="connsiteY12" fmla="*/ 2268213 h 3176298"/>
                  <a:gd name="connsiteX13" fmla="*/ 546917 w 12192000"/>
                  <a:gd name="connsiteY13" fmla="*/ 2283264 h 3176298"/>
                  <a:gd name="connsiteX14" fmla="*/ 730754 w 12192000"/>
                  <a:gd name="connsiteY14" fmla="*/ 2240780 h 3176298"/>
                  <a:gd name="connsiteX15" fmla="*/ 785432 w 12192000"/>
                  <a:gd name="connsiteY15" fmla="*/ 2218682 h 3176298"/>
                  <a:gd name="connsiteX16" fmla="*/ 801053 w 12192000"/>
                  <a:gd name="connsiteY16" fmla="*/ 2204013 h 3176298"/>
                  <a:gd name="connsiteX17" fmla="*/ 858205 w 12192000"/>
                  <a:gd name="connsiteY17" fmla="*/ 2169532 h 3176298"/>
                  <a:gd name="connsiteX18" fmla="*/ 949646 w 12192000"/>
                  <a:gd name="connsiteY18" fmla="*/ 2157340 h 3176298"/>
                  <a:gd name="connsiteX19" fmla="*/ 960887 w 12192000"/>
                  <a:gd name="connsiteY19" fmla="*/ 2150099 h 3176298"/>
                  <a:gd name="connsiteX20" fmla="*/ 977653 w 12192000"/>
                  <a:gd name="connsiteY20" fmla="*/ 2138480 h 3176298"/>
                  <a:gd name="connsiteX21" fmla="*/ 1071762 w 12192000"/>
                  <a:gd name="connsiteY21" fmla="*/ 2117905 h 3176298"/>
                  <a:gd name="connsiteX22" fmla="*/ 1092527 w 12192000"/>
                  <a:gd name="connsiteY22" fmla="*/ 2111428 h 3176298"/>
                  <a:gd name="connsiteX23" fmla="*/ 1109865 w 12192000"/>
                  <a:gd name="connsiteY23" fmla="*/ 2100568 h 3176298"/>
                  <a:gd name="connsiteX24" fmla="*/ 1162823 w 12192000"/>
                  <a:gd name="connsiteY24" fmla="*/ 2075613 h 3176298"/>
                  <a:gd name="connsiteX25" fmla="*/ 1206641 w 12192000"/>
                  <a:gd name="connsiteY25" fmla="*/ 2074851 h 3176298"/>
                  <a:gd name="connsiteX26" fmla="*/ 1267411 w 12192000"/>
                  <a:gd name="connsiteY26" fmla="*/ 2060753 h 3176298"/>
                  <a:gd name="connsiteX27" fmla="*/ 1380762 w 12192000"/>
                  <a:gd name="connsiteY27" fmla="*/ 2046847 h 3176298"/>
                  <a:gd name="connsiteX28" fmla="*/ 1404006 w 12192000"/>
                  <a:gd name="connsiteY28" fmla="*/ 2038844 h 3176298"/>
                  <a:gd name="connsiteX29" fmla="*/ 1544598 w 12192000"/>
                  <a:gd name="connsiteY29" fmla="*/ 2000932 h 3176298"/>
                  <a:gd name="connsiteX30" fmla="*/ 1657188 w 12192000"/>
                  <a:gd name="connsiteY30" fmla="*/ 2001697 h 3176298"/>
                  <a:gd name="connsiteX31" fmla="*/ 1665950 w 12192000"/>
                  <a:gd name="connsiteY31" fmla="*/ 2003411 h 3176298"/>
                  <a:gd name="connsiteX32" fmla="*/ 1709006 w 12192000"/>
                  <a:gd name="connsiteY32" fmla="*/ 2015983 h 3176298"/>
                  <a:gd name="connsiteX33" fmla="*/ 1775684 w 12192000"/>
                  <a:gd name="connsiteY33" fmla="*/ 2012555 h 3176298"/>
                  <a:gd name="connsiteX34" fmla="*/ 1821596 w 12192000"/>
                  <a:gd name="connsiteY34" fmla="*/ 1995218 h 3176298"/>
                  <a:gd name="connsiteX35" fmla="*/ 1878748 w 12192000"/>
                  <a:gd name="connsiteY35" fmla="*/ 1994457 h 3176298"/>
                  <a:gd name="connsiteX36" fmla="*/ 1944092 w 12192000"/>
                  <a:gd name="connsiteY36" fmla="*/ 2005315 h 3176298"/>
                  <a:gd name="connsiteX37" fmla="*/ 1973429 w 12192000"/>
                  <a:gd name="connsiteY37" fmla="*/ 2007601 h 3176298"/>
                  <a:gd name="connsiteX38" fmla="*/ 2054013 w 12192000"/>
                  <a:gd name="connsiteY38" fmla="*/ 2030082 h 3176298"/>
                  <a:gd name="connsiteX39" fmla="*/ 2102021 w 12192000"/>
                  <a:gd name="connsiteY39" fmla="*/ 2024557 h 3176298"/>
                  <a:gd name="connsiteX40" fmla="*/ 2149267 w 12192000"/>
                  <a:gd name="connsiteY40" fmla="*/ 2009697 h 3176298"/>
                  <a:gd name="connsiteX41" fmla="*/ 2179556 w 12192000"/>
                  <a:gd name="connsiteY41" fmla="*/ 1995409 h 3176298"/>
                  <a:gd name="connsiteX42" fmla="*/ 2240710 w 12192000"/>
                  <a:gd name="connsiteY42" fmla="*/ 1985312 h 3176298"/>
                  <a:gd name="connsiteX43" fmla="*/ 2251948 w 12192000"/>
                  <a:gd name="connsiteY43" fmla="*/ 1986836 h 3176298"/>
                  <a:gd name="connsiteX44" fmla="*/ 2434456 w 12192000"/>
                  <a:gd name="connsiteY44" fmla="*/ 1999410 h 3176298"/>
                  <a:gd name="connsiteX45" fmla="*/ 2506847 w 12192000"/>
                  <a:gd name="connsiteY45" fmla="*/ 2019603 h 3176298"/>
                  <a:gd name="connsiteX46" fmla="*/ 2522279 w 12192000"/>
                  <a:gd name="connsiteY46" fmla="*/ 2022080 h 3176298"/>
                  <a:gd name="connsiteX47" fmla="*/ 2676398 w 12192000"/>
                  <a:gd name="connsiteY47" fmla="*/ 2044751 h 3176298"/>
                  <a:gd name="connsiteX48" fmla="*/ 2693543 w 12192000"/>
                  <a:gd name="connsiteY48" fmla="*/ 2045703 h 3176298"/>
                  <a:gd name="connsiteX49" fmla="*/ 2741360 w 12192000"/>
                  <a:gd name="connsiteY49" fmla="*/ 2041701 h 3176298"/>
                  <a:gd name="connsiteX50" fmla="*/ 2854140 w 12192000"/>
                  <a:gd name="connsiteY50" fmla="*/ 2082851 h 3176298"/>
                  <a:gd name="connsiteX51" fmla="*/ 2967110 w 12192000"/>
                  <a:gd name="connsiteY51" fmla="*/ 2096949 h 3176298"/>
                  <a:gd name="connsiteX52" fmla="*/ 3029216 w 12192000"/>
                  <a:gd name="connsiteY52" fmla="*/ 2096757 h 3176298"/>
                  <a:gd name="connsiteX53" fmla="*/ 3073604 w 12192000"/>
                  <a:gd name="connsiteY53" fmla="*/ 2106856 h 3176298"/>
                  <a:gd name="connsiteX54" fmla="*/ 3182763 w 12192000"/>
                  <a:gd name="connsiteY54" fmla="*/ 2137527 h 3176298"/>
                  <a:gd name="connsiteX55" fmla="*/ 3234202 w 12192000"/>
                  <a:gd name="connsiteY55" fmla="*/ 2142289 h 3176298"/>
                  <a:gd name="connsiteX56" fmla="*/ 3288877 w 12192000"/>
                  <a:gd name="connsiteY56" fmla="*/ 2152578 h 3176298"/>
                  <a:gd name="connsiteX57" fmla="*/ 3424135 w 12192000"/>
                  <a:gd name="connsiteY57" fmla="*/ 2198680 h 3176298"/>
                  <a:gd name="connsiteX58" fmla="*/ 3534629 w 12192000"/>
                  <a:gd name="connsiteY58" fmla="*/ 2196013 h 3176298"/>
                  <a:gd name="connsiteX59" fmla="*/ 3605116 w 12192000"/>
                  <a:gd name="connsiteY59" fmla="*/ 2196583 h 3176298"/>
                  <a:gd name="connsiteX60" fmla="*/ 3689131 w 12192000"/>
                  <a:gd name="connsiteY60" fmla="*/ 2211824 h 3176298"/>
                  <a:gd name="connsiteX61" fmla="*/ 3757902 w 12192000"/>
                  <a:gd name="connsiteY61" fmla="*/ 2234114 h 3176298"/>
                  <a:gd name="connsiteX62" fmla="*/ 3852966 w 12192000"/>
                  <a:gd name="connsiteY62" fmla="*/ 2251831 h 3176298"/>
                  <a:gd name="connsiteX63" fmla="*/ 3947648 w 12192000"/>
                  <a:gd name="connsiteY63" fmla="*/ 2285932 h 3176298"/>
                  <a:gd name="connsiteX64" fmla="*/ 4013753 w 12192000"/>
                  <a:gd name="connsiteY64" fmla="*/ 2312031 h 3176298"/>
                  <a:gd name="connsiteX65" fmla="*/ 4105766 w 12192000"/>
                  <a:gd name="connsiteY65" fmla="*/ 2335082 h 3176298"/>
                  <a:gd name="connsiteX66" fmla="*/ 4246551 w 12192000"/>
                  <a:gd name="connsiteY66" fmla="*/ 2351274 h 3176298"/>
                  <a:gd name="connsiteX67" fmla="*/ 4311323 w 12192000"/>
                  <a:gd name="connsiteY67" fmla="*/ 2352991 h 3176298"/>
                  <a:gd name="connsiteX68" fmla="*/ 4413817 w 12192000"/>
                  <a:gd name="connsiteY68" fmla="*/ 2390899 h 3176298"/>
                  <a:gd name="connsiteX69" fmla="*/ 4457632 w 12192000"/>
                  <a:gd name="connsiteY69" fmla="*/ 2409188 h 3176298"/>
                  <a:gd name="connsiteX70" fmla="*/ 4497068 w 12192000"/>
                  <a:gd name="connsiteY70" fmla="*/ 2393947 h 3176298"/>
                  <a:gd name="connsiteX71" fmla="*/ 4522596 w 12192000"/>
                  <a:gd name="connsiteY71" fmla="*/ 2376421 h 3176298"/>
                  <a:gd name="connsiteX72" fmla="*/ 4603368 w 12192000"/>
                  <a:gd name="connsiteY72" fmla="*/ 2391282 h 3176298"/>
                  <a:gd name="connsiteX73" fmla="*/ 4689098 w 12192000"/>
                  <a:gd name="connsiteY73" fmla="*/ 2406903 h 3176298"/>
                  <a:gd name="connsiteX74" fmla="*/ 4719697 w 12192000"/>
                  <a:gd name="connsiteY74" fmla="*/ 2413428 h 3176298"/>
                  <a:gd name="connsiteX75" fmla="*/ 4726469 w 12192000"/>
                  <a:gd name="connsiteY75" fmla="*/ 2414298 h 3176298"/>
                  <a:gd name="connsiteX76" fmla="*/ 4785776 w 12192000"/>
                  <a:gd name="connsiteY76" fmla="*/ 2414298 h 3176298"/>
                  <a:gd name="connsiteX77" fmla="*/ 4788661 w 12192000"/>
                  <a:gd name="connsiteY77" fmla="*/ 2414047 h 3176298"/>
                  <a:gd name="connsiteX78" fmla="*/ 4827024 w 12192000"/>
                  <a:gd name="connsiteY78" fmla="*/ 2408999 h 3176298"/>
                  <a:gd name="connsiteX79" fmla="*/ 4887415 w 12192000"/>
                  <a:gd name="connsiteY79" fmla="*/ 2405570 h 3176298"/>
                  <a:gd name="connsiteX80" fmla="*/ 4936184 w 12192000"/>
                  <a:gd name="connsiteY80" fmla="*/ 2395853 h 3176298"/>
                  <a:gd name="connsiteX81" fmla="*/ 4953328 w 12192000"/>
                  <a:gd name="connsiteY81" fmla="*/ 2390138 h 3176298"/>
                  <a:gd name="connsiteX82" fmla="*/ 5089162 w 12192000"/>
                  <a:gd name="connsiteY82" fmla="*/ 2345560 h 3176298"/>
                  <a:gd name="connsiteX83" fmla="*/ 5234326 w 12192000"/>
                  <a:gd name="connsiteY83" fmla="*/ 2309935 h 3176298"/>
                  <a:gd name="connsiteX84" fmla="*/ 5328438 w 12192000"/>
                  <a:gd name="connsiteY84" fmla="*/ 2332416 h 3176298"/>
                  <a:gd name="connsiteX85" fmla="*/ 5363491 w 12192000"/>
                  <a:gd name="connsiteY85" fmla="*/ 2332034 h 3176298"/>
                  <a:gd name="connsiteX86" fmla="*/ 5524660 w 12192000"/>
                  <a:gd name="connsiteY86" fmla="*/ 2337178 h 3176298"/>
                  <a:gd name="connsiteX87" fmla="*/ 5553045 w 12192000"/>
                  <a:gd name="connsiteY87" fmla="*/ 2342701 h 3176298"/>
                  <a:gd name="connsiteX88" fmla="*/ 5706401 w 12192000"/>
                  <a:gd name="connsiteY88" fmla="*/ 2320032 h 3176298"/>
                  <a:gd name="connsiteX89" fmla="*/ 5762029 w 12192000"/>
                  <a:gd name="connsiteY89" fmla="*/ 2316221 h 3176298"/>
                  <a:gd name="connsiteX90" fmla="*/ 5813276 w 12192000"/>
                  <a:gd name="connsiteY90" fmla="*/ 2309935 h 3176298"/>
                  <a:gd name="connsiteX91" fmla="*/ 5884906 w 12192000"/>
                  <a:gd name="connsiteY91" fmla="*/ 2308411 h 3176298"/>
                  <a:gd name="connsiteX92" fmla="*/ 5959204 w 12192000"/>
                  <a:gd name="connsiteY92" fmla="*/ 2311269 h 3176298"/>
                  <a:gd name="connsiteX93" fmla="*/ 6042072 w 12192000"/>
                  <a:gd name="connsiteY93" fmla="*/ 2310697 h 3176298"/>
                  <a:gd name="connsiteX94" fmla="*/ 6074842 w 12192000"/>
                  <a:gd name="connsiteY94" fmla="*/ 2305745 h 3176298"/>
                  <a:gd name="connsiteX95" fmla="*/ 6163425 w 12192000"/>
                  <a:gd name="connsiteY95" fmla="*/ 2309172 h 3176298"/>
                  <a:gd name="connsiteX96" fmla="*/ 6209909 w 12192000"/>
                  <a:gd name="connsiteY96" fmla="*/ 2303459 h 3176298"/>
                  <a:gd name="connsiteX97" fmla="*/ 6286493 w 12192000"/>
                  <a:gd name="connsiteY97" fmla="*/ 2302315 h 3176298"/>
                  <a:gd name="connsiteX98" fmla="*/ 6311449 w 12192000"/>
                  <a:gd name="connsiteY98" fmla="*/ 2300980 h 3176298"/>
                  <a:gd name="connsiteX99" fmla="*/ 6333739 w 12192000"/>
                  <a:gd name="connsiteY99" fmla="*/ 2300218 h 3176298"/>
                  <a:gd name="connsiteX100" fmla="*/ 6410131 w 12192000"/>
                  <a:gd name="connsiteY100" fmla="*/ 2315841 h 3176298"/>
                  <a:gd name="connsiteX101" fmla="*/ 6477951 w 12192000"/>
                  <a:gd name="connsiteY101" fmla="*/ 2316793 h 3176298"/>
                  <a:gd name="connsiteX102" fmla="*/ 6596828 w 12192000"/>
                  <a:gd name="connsiteY102" fmla="*/ 2329368 h 3176298"/>
                  <a:gd name="connsiteX103" fmla="*/ 6623118 w 12192000"/>
                  <a:gd name="connsiteY103" fmla="*/ 2324985 h 3176298"/>
                  <a:gd name="connsiteX104" fmla="*/ 6705417 w 12192000"/>
                  <a:gd name="connsiteY104" fmla="*/ 2323272 h 3176298"/>
                  <a:gd name="connsiteX105" fmla="*/ 6752283 w 12192000"/>
                  <a:gd name="connsiteY105" fmla="*/ 2321937 h 3176298"/>
                  <a:gd name="connsiteX106" fmla="*/ 6810195 w 12192000"/>
                  <a:gd name="connsiteY106" fmla="*/ 2331082 h 3176298"/>
                  <a:gd name="connsiteX107" fmla="*/ 6910782 w 12192000"/>
                  <a:gd name="connsiteY107" fmla="*/ 2350512 h 3176298"/>
                  <a:gd name="connsiteX108" fmla="*/ 6937263 w 12192000"/>
                  <a:gd name="connsiteY108" fmla="*/ 2353561 h 3176298"/>
                  <a:gd name="connsiteX109" fmla="*/ 6985653 w 12192000"/>
                  <a:gd name="connsiteY109" fmla="*/ 2362897 h 3176298"/>
                  <a:gd name="connsiteX110" fmla="*/ 6994415 w 12192000"/>
                  <a:gd name="connsiteY110" fmla="*/ 2364611 h 3176298"/>
                  <a:gd name="connsiteX111" fmla="*/ 7068141 w 12192000"/>
                  <a:gd name="connsiteY111" fmla="*/ 2388234 h 3176298"/>
                  <a:gd name="connsiteX112" fmla="*/ 7106432 w 12192000"/>
                  <a:gd name="connsiteY112" fmla="*/ 2390138 h 3176298"/>
                  <a:gd name="connsiteX113" fmla="*/ 7216547 w 12192000"/>
                  <a:gd name="connsiteY113" fmla="*/ 2390330 h 3176298"/>
                  <a:gd name="connsiteX114" fmla="*/ 7263220 w 12192000"/>
                  <a:gd name="connsiteY114" fmla="*/ 2386709 h 3176298"/>
                  <a:gd name="connsiteX115" fmla="*/ 7375428 w 12192000"/>
                  <a:gd name="connsiteY115" fmla="*/ 2372803 h 3176298"/>
                  <a:gd name="connsiteX116" fmla="*/ 7445916 w 12192000"/>
                  <a:gd name="connsiteY116" fmla="*/ 2365945 h 3176298"/>
                  <a:gd name="connsiteX117" fmla="*/ 7526880 w 12192000"/>
                  <a:gd name="connsiteY117" fmla="*/ 2355084 h 3176298"/>
                  <a:gd name="connsiteX118" fmla="*/ 7619655 w 12192000"/>
                  <a:gd name="connsiteY118" fmla="*/ 2348226 h 3176298"/>
                  <a:gd name="connsiteX119" fmla="*/ 7788636 w 12192000"/>
                  <a:gd name="connsiteY119" fmla="*/ 2327461 h 3176298"/>
                  <a:gd name="connsiteX120" fmla="*/ 7952280 w 12192000"/>
                  <a:gd name="connsiteY120" fmla="*/ 2305935 h 3176298"/>
                  <a:gd name="connsiteX121" fmla="*/ 8019339 w 12192000"/>
                  <a:gd name="connsiteY121" fmla="*/ 2286884 h 3176298"/>
                  <a:gd name="connsiteX122" fmla="*/ 8137835 w 12192000"/>
                  <a:gd name="connsiteY122" fmla="*/ 2259832 h 3176298"/>
                  <a:gd name="connsiteX123" fmla="*/ 8189651 w 12192000"/>
                  <a:gd name="connsiteY123" fmla="*/ 2243639 h 3176298"/>
                  <a:gd name="connsiteX124" fmla="*/ 8313671 w 12192000"/>
                  <a:gd name="connsiteY124" fmla="*/ 2209920 h 3176298"/>
                  <a:gd name="connsiteX125" fmla="*/ 8459979 w 12192000"/>
                  <a:gd name="connsiteY125" fmla="*/ 2158864 h 3176298"/>
                  <a:gd name="connsiteX126" fmla="*/ 8516369 w 12192000"/>
                  <a:gd name="connsiteY126" fmla="*/ 2144003 h 3176298"/>
                  <a:gd name="connsiteX127" fmla="*/ 8657726 w 12192000"/>
                  <a:gd name="connsiteY127" fmla="*/ 2106284 h 3176298"/>
                  <a:gd name="connsiteX128" fmla="*/ 8711448 w 12192000"/>
                  <a:gd name="connsiteY128" fmla="*/ 2098664 h 3176298"/>
                  <a:gd name="connsiteX129" fmla="*/ 8772219 w 12192000"/>
                  <a:gd name="connsiteY129" fmla="*/ 2082280 h 3176298"/>
                  <a:gd name="connsiteX130" fmla="*/ 8845565 w 12192000"/>
                  <a:gd name="connsiteY130" fmla="*/ 2053705 h 3176298"/>
                  <a:gd name="connsiteX131" fmla="*/ 8967871 w 12192000"/>
                  <a:gd name="connsiteY131" fmla="*/ 2011221 h 3176298"/>
                  <a:gd name="connsiteX132" fmla="*/ 9015878 w 12192000"/>
                  <a:gd name="connsiteY132" fmla="*/ 2001124 h 3176298"/>
                  <a:gd name="connsiteX133" fmla="*/ 9234579 w 12192000"/>
                  <a:gd name="connsiteY133" fmla="*/ 1935209 h 3176298"/>
                  <a:gd name="connsiteX134" fmla="*/ 9346597 w 12192000"/>
                  <a:gd name="connsiteY134" fmla="*/ 1896917 h 3176298"/>
                  <a:gd name="connsiteX135" fmla="*/ 9416321 w 12192000"/>
                  <a:gd name="connsiteY135" fmla="*/ 1880724 h 3176298"/>
                  <a:gd name="connsiteX136" fmla="*/ 9477283 w 12192000"/>
                  <a:gd name="connsiteY136" fmla="*/ 1856149 h 3176298"/>
                  <a:gd name="connsiteX137" fmla="*/ 9666265 w 12192000"/>
                  <a:gd name="connsiteY137" fmla="*/ 1787186 h 3176298"/>
                  <a:gd name="connsiteX138" fmla="*/ 9754088 w 12192000"/>
                  <a:gd name="connsiteY138" fmla="*/ 1741464 h 3176298"/>
                  <a:gd name="connsiteX139" fmla="*/ 9899446 w 12192000"/>
                  <a:gd name="connsiteY139" fmla="*/ 1656880 h 3176298"/>
                  <a:gd name="connsiteX140" fmla="*/ 9993175 w 12192000"/>
                  <a:gd name="connsiteY140" fmla="*/ 1576487 h 3176298"/>
                  <a:gd name="connsiteX141" fmla="*/ 10044230 w 12192000"/>
                  <a:gd name="connsiteY141" fmla="*/ 1540480 h 3176298"/>
                  <a:gd name="connsiteX142" fmla="*/ 10131863 w 12192000"/>
                  <a:gd name="connsiteY142" fmla="*/ 1485613 h 3176298"/>
                  <a:gd name="connsiteX143" fmla="*/ 10242357 w 12192000"/>
                  <a:gd name="connsiteY143" fmla="*/ 1410555 h 3176298"/>
                  <a:gd name="connsiteX144" fmla="*/ 10363709 w 12192000"/>
                  <a:gd name="connsiteY144" fmla="*/ 1359499 h 3176298"/>
                  <a:gd name="connsiteX145" fmla="*/ 10428291 w 12192000"/>
                  <a:gd name="connsiteY145" fmla="*/ 1314920 h 3176298"/>
                  <a:gd name="connsiteX146" fmla="*/ 10490969 w 12192000"/>
                  <a:gd name="connsiteY146" fmla="*/ 1267104 h 3176298"/>
                  <a:gd name="connsiteX147" fmla="*/ 10523354 w 12192000"/>
                  <a:gd name="connsiteY147" fmla="*/ 1238337 h 3176298"/>
                  <a:gd name="connsiteX148" fmla="*/ 10590031 w 12192000"/>
                  <a:gd name="connsiteY148" fmla="*/ 1191664 h 3176298"/>
                  <a:gd name="connsiteX149" fmla="*/ 10656519 w 12192000"/>
                  <a:gd name="connsiteY149" fmla="*/ 1156038 h 3176298"/>
                  <a:gd name="connsiteX150" fmla="*/ 10703573 w 12192000"/>
                  <a:gd name="connsiteY150" fmla="*/ 1120603 h 3176298"/>
                  <a:gd name="connsiteX151" fmla="*/ 10764534 w 12192000"/>
                  <a:gd name="connsiteY151" fmla="*/ 1067643 h 3176298"/>
                  <a:gd name="connsiteX152" fmla="*/ 10850453 w 12192000"/>
                  <a:gd name="connsiteY152" fmla="*/ 1014301 h 3176298"/>
                  <a:gd name="connsiteX153" fmla="*/ 10929704 w 12192000"/>
                  <a:gd name="connsiteY153" fmla="*/ 980201 h 3176298"/>
                  <a:gd name="connsiteX154" fmla="*/ 10967423 w 12192000"/>
                  <a:gd name="connsiteY154" fmla="*/ 930289 h 3176298"/>
                  <a:gd name="connsiteX155" fmla="*/ 11058869 w 12192000"/>
                  <a:gd name="connsiteY155" fmla="*/ 838084 h 3176298"/>
                  <a:gd name="connsiteX156" fmla="*/ 11172600 w 12192000"/>
                  <a:gd name="connsiteY156" fmla="*/ 762834 h 3176298"/>
                  <a:gd name="connsiteX157" fmla="*/ 11275283 w 12192000"/>
                  <a:gd name="connsiteY157" fmla="*/ 673676 h 3176298"/>
                  <a:gd name="connsiteX158" fmla="*/ 11320623 w 12192000"/>
                  <a:gd name="connsiteY158" fmla="*/ 639195 h 3176298"/>
                  <a:gd name="connsiteX159" fmla="*/ 11374346 w 12192000"/>
                  <a:gd name="connsiteY159" fmla="*/ 601664 h 3176298"/>
                  <a:gd name="connsiteX160" fmla="*/ 11448453 w 12192000"/>
                  <a:gd name="connsiteY160" fmla="*/ 567755 h 3176298"/>
                  <a:gd name="connsiteX161" fmla="*/ 11532275 w 12192000"/>
                  <a:gd name="connsiteY161" fmla="*/ 522605 h 3176298"/>
                  <a:gd name="connsiteX162" fmla="*/ 11562947 w 12192000"/>
                  <a:gd name="connsiteY162" fmla="*/ 486598 h 3176298"/>
                  <a:gd name="connsiteX163" fmla="*/ 11672489 w 12192000"/>
                  <a:gd name="connsiteY163" fmla="*/ 335337 h 3176298"/>
                  <a:gd name="connsiteX164" fmla="*/ 11821656 w 12192000"/>
                  <a:gd name="connsiteY164" fmla="*/ 207889 h 3176298"/>
                  <a:gd name="connsiteX165" fmla="*/ 11986443 w 12192000"/>
                  <a:gd name="connsiteY165" fmla="*/ 104824 h 3176298"/>
                  <a:gd name="connsiteX166" fmla="*/ 12026448 w 12192000"/>
                  <a:gd name="connsiteY166" fmla="*/ 88821 h 3176298"/>
                  <a:gd name="connsiteX167" fmla="*/ 12160947 w 12192000"/>
                  <a:gd name="connsiteY167" fmla="*/ 28621 h 3176298"/>
                  <a:gd name="connsiteX168" fmla="*/ 12192000 w 12192000"/>
                  <a:gd name="connsiteY168" fmla="*/ 0 h 31762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</a:cxnLst>
                <a:rect l="l" t="t" r="r" b="b"/>
                <a:pathLst>
                  <a:path w="12192000" h="3176298">
                    <a:moveTo>
                      <a:pt x="12192000" y="0"/>
                    </a:moveTo>
                    <a:lnTo>
                      <a:pt x="12192000" y="3176298"/>
                    </a:lnTo>
                    <a:lnTo>
                      <a:pt x="0" y="3176298"/>
                    </a:lnTo>
                    <a:lnTo>
                      <a:pt x="0" y="2264980"/>
                    </a:lnTo>
                    <a:lnTo>
                      <a:pt x="544" y="2264980"/>
                    </a:lnTo>
                    <a:lnTo>
                      <a:pt x="544" y="2392219"/>
                    </a:lnTo>
                    <a:lnTo>
                      <a:pt x="61197" y="2387448"/>
                    </a:lnTo>
                    <a:cubicBezTo>
                      <a:pt x="80794" y="2382137"/>
                      <a:pt x="99990" y="2374707"/>
                      <a:pt x="119613" y="2369945"/>
                    </a:cubicBezTo>
                    <a:cubicBezTo>
                      <a:pt x="137898" y="2365563"/>
                      <a:pt x="155046" y="2355466"/>
                      <a:pt x="172384" y="2347084"/>
                    </a:cubicBezTo>
                    <a:cubicBezTo>
                      <a:pt x="205529" y="2331082"/>
                      <a:pt x="240965" y="2341178"/>
                      <a:pt x="274873" y="2336988"/>
                    </a:cubicBezTo>
                    <a:cubicBezTo>
                      <a:pt x="285732" y="2335653"/>
                      <a:pt x="296590" y="2334130"/>
                      <a:pt x="307259" y="2331461"/>
                    </a:cubicBezTo>
                    <a:cubicBezTo>
                      <a:pt x="336408" y="2324413"/>
                      <a:pt x="366127" y="2318317"/>
                      <a:pt x="394511" y="2308601"/>
                    </a:cubicBezTo>
                    <a:cubicBezTo>
                      <a:pt x="426709" y="2297743"/>
                      <a:pt x="457572" y="2283264"/>
                      <a:pt x="494337" y="2268213"/>
                    </a:cubicBezTo>
                    <a:cubicBezTo>
                      <a:pt x="507102" y="2272024"/>
                      <a:pt x="526724" y="2282312"/>
                      <a:pt x="546917" y="2283264"/>
                    </a:cubicBezTo>
                    <a:cubicBezTo>
                      <a:pt x="611880" y="2286503"/>
                      <a:pt x="672650" y="2268786"/>
                      <a:pt x="730754" y="2240780"/>
                    </a:cubicBezTo>
                    <a:cubicBezTo>
                      <a:pt x="748471" y="2232399"/>
                      <a:pt x="767524" y="2226874"/>
                      <a:pt x="785432" y="2218682"/>
                    </a:cubicBezTo>
                    <a:cubicBezTo>
                      <a:pt x="791717" y="2215826"/>
                      <a:pt x="799909" y="2209730"/>
                      <a:pt x="801053" y="2204013"/>
                    </a:cubicBezTo>
                    <a:cubicBezTo>
                      <a:pt x="807719" y="2170866"/>
                      <a:pt x="832486" y="2171436"/>
                      <a:pt x="858205" y="2169532"/>
                    </a:cubicBezTo>
                    <a:cubicBezTo>
                      <a:pt x="888877" y="2167247"/>
                      <a:pt x="919165" y="2161912"/>
                      <a:pt x="949646" y="2157340"/>
                    </a:cubicBezTo>
                    <a:cubicBezTo>
                      <a:pt x="953648" y="2156768"/>
                      <a:pt x="957266" y="2152768"/>
                      <a:pt x="960887" y="2150099"/>
                    </a:cubicBezTo>
                    <a:cubicBezTo>
                      <a:pt x="966411" y="2146099"/>
                      <a:pt x="971554" y="2140003"/>
                      <a:pt x="977653" y="2138480"/>
                    </a:cubicBezTo>
                    <a:cubicBezTo>
                      <a:pt x="1008894" y="2131049"/>
                      <a:pt x="1040327" y="2124763"/>
                      <a:pt x="1071762" y="2117905"/>
                    </a:cubicBezTo>
                    <a:cubicBezTo>
                      <a:pt x="1078810" y="2116380"/>
                      <a:pt x="1086048" y="2114476"/>
                      <a:pt x="1092527" y="2111428"/>
                    </a:cubicBezTo>
                    <a:cubicBezTo>
                      <a:pt x="1098623" y="2108570"/>
                      <a:pt x="1103767" y="2103616"/>
                      <a:pt x="1109865" y="2100568"/>
                    </a:cubicBezTo>
                    <a:cubicBezTo>
                      <a:pt x="1126437" y="2092378"/>
                      <a:pt x="1143394" y="2084757"/>
                      <a:pt x="1162823" y="2075613"/>
                    </a:cubicBezTo>
                    <a:cubicBezTo>
                      <a:pt x="1173681" y="2092757"/>
                      <a:pt x="1188354" y="2083041"/>
                      <a:pt x="1206641" y="2074851"/>
                    </a:cubicBezTo>
                    <a:cubicBezTo>
                      <a:pt x="1225310" y="2066468"/>
                      <a:pt x="1246837" y="2063801"/>
                      <a:pt x="1267411" y="2060753"/>
                    </a:cubicBezTo>
                    <a:cubicBezTo>
                      <a:pt x="1305132" y="2055228"/>
                      <a:pt x="1343044" y="2051799"/>
                      <a:pt x="1380762" y="2046847"/>
                    </a:cubicBezTo>
                    <a:cubicBezTo>
                      <a:pt x="1388765" y="2045703"/>
                      <a:pt x="1397909" y="2043608"/>
                      <a:pt x="1404006" y="2038844"/>
                    </a:cubicBezTo>
                    <a:cubicBezTo>
                      <a:pt x="1445725" y="2006839"/>
                      <a:pt x="1496403" y="1997887"/>
                      <a:pt x="1544598" y="2000932"/>
                    </a:cubicBezTo>
                    <a:cubicBezTo>
                      <a:pt x="1582510" y="2003220"/>
                      <a:pt x="1619658" y="2004935"/>
                      <a:pt x="1657188" y="2001697"/>
                    </a:cubicBezTo>
                    <a:cubicBezTo>
                      <a:pt x="1660046" y="2001505"/>
                      <a:pt x="1663856" y="2001887"/>
                      <a:pt x="1665950" y="2003411"/>
                    </a:cubicBezTo>
                    <a:cubicBezTo>
                      <a:pt x="1678904" y="2013507"/>
                      <a:pt x="1692431" y="2014269"/>
                      <a:pt x="1709006" y="2015983"/>
                    </a:cubicBezTo>
                    <a:cubicBezTo>
                      <a:pt x="1732439" y="2018461"/>
                      <a:pt x="1753965" y="2016745"/>
                      <a:pt x="1775684" y="2012555"/>
                    </a:cubicBezTo>
                    <a:cubicBezTo>
                      <a:pt x="1791496" y="2009507"/>
                      <a:pt x="1807497" y="2003220"/>
                      <a:pt x="1821596" y="1995218"/>
                    </a:cubicBezTo>
                    <a:cubicBezTo>
                      <a:pt x="1841216" y="1983978"/>
                      <a:pt x="1860079" y="1979597"/>
                      <a:pt x="1878748" y="1994457"/>
                    </a:cubicBezTo>
                    <a:cubicBezTo>
                      <a:pt x="1898940" y="2010269"/>
                      <a:pt x="1921800" y="2004745"/>
                      <a:pt x="1944092" y="2005315"/>
                    </a:cubicBezTo>
                    <a:cubicBezTo>
                      <a:pt x="1953806" y="2005507"/>
                      <a:pt x="1964094" y="2005124"/>
                      <a:pt x="1973429" y="2007601"/>
                    </a:cubicBezTo>
                    <a:cubicBezTo>
                      <a:pt x="2000479" y="2014651"/>
                      <a:pt x="2026581" y="2025320"/>
                      <a:pt x="2054013" y="2030082"/>
                    </a:cubicBezTo>
                    <a:cubicBezTo>
                      <a:pt x="2069254" y="2032747"/>
                      <a:pt x="2086208" y="2027986"/>
                      <a:pt x="2102021" y="2024557"/>
                    </a:cubicBezTo>
                    <a:cubicBezTo>
                      <a:pt x="2118023" y="2020937"/>
                      <a:pt x="2133834" y="2015413"/>
                      <a:pt x="2149267" y="2009697"/>
                    </a:cubicBezTo>
                    <a:cubicBezTo>
                      <a:pt x="2159743" y="2005887"/>
                      <a:pt x="2171173" y="2002267"/>
                      <a:pt x="2179556" y="1995409"/>
                    </a:cubicBezTo>
                    <a:cubicBezTo>
                      <a:pt x="2198608" y="1979788"/>
                      <a:pt x="2218229" y="1977120"/>
                      <a:pt x="2240710" y="1985312"/>
                    </a:cubicBezTo>
                    <a:cubicBezTo>
                      <a:pt x="2244137" y="1986647"/>
                      <a:pt x="2248138" y="1986647"/>
                      <a:pt x="2251948" y="1986836"/>
                    </a:cubicBezTo>
                    <a:cubicBezTo>
                      <a:pt x="2312915" y="1990836"/>
                      <a:pt x="2373874" y="1993314"/>
                      <a:pt x="2434456" y="1999410"/>
                    </a:cubicBezTo>
                    <a:cubicBezTo>
                      <a:pt x="2459029" y="2001887"/>
                      <a:pt x="2482652" y="2012745"/>
                      <a:pt x="2506847" y="2019603"/>
                    </a:cubicBezTo>
                    <a:cubicBezTo>
                      <a:pt x="2511800" y="2020937"/>
                      <a:pt x="2517327" y="2023033"/>
                      <a:pt x="2522279" y="2022080"/>
                    </a:cubicBezTo>
                    <a:cubicBezTo>
                      <a:pt x="2576191" y="2012555"/>
                      <a:pt x="2626677" y="2026461"/>
                      <a:pt x="2676398" y="2044751"/>
                    </a:cubicBezTo>
                    <a:cubicBezTo>
                      <a:pt x="2681540" y="2046656"/>
                      <a:pt x="2687827" y="2046084"/>
                      <a:pt x="2693543" y="2045703"/>
                    </a:cubicBezTo>
                    <a:cubicBezTo>
                      <a:pt x="2709548" y="2044370"/>
                      <a:pt x="2726882" y="2037701"/>
                      <a:pt x="2741360" y="2041701"/>
                    </a:cubicBezTo>
                    <a:cubicBezTo>
                      <a:pt x="2779842" y="2052753"/>
                      <a:pt x="2817943" y="2066087"/>
                      <a:pt x="2854140" y="2082851"/>
                    </a:cubicBezTo>
                    <a:cubicBezTo>
                      <a:pt x="2890910" y="2099805"/>
                      <a:pt x="2925008" y="2114095"/>
                      <a:pt x="2967110" y="2096949"/>
                    </a:cubicBezTo>
                    <a:cubicBezTo>
                      <a:pt x="2985016" y="2089709"/>
                      <a:pt x="3008639" y="2094853"/>
                      <a:pt x="3029216" y="2096757"/>
                    </a:cubicBezTo>
                    <a:cubicBezTo>
                      <a:pt x="3044264" y="2098282"/>
                      <a:pt x="3058743" y="2106856"/>
                      <a:pt x="3073604" y="2106856"/>
                    </a:cubicBezTo>
                    <a:cubicBezTo>
                      <a:pt x="3113231" y="2106856"/>
                      <a:pt x="3148472" y="2116953"/>
                      <a:pt x="3182763" y="2137527"/>
                    </a:cubicBezTo>
                    <a:cubicBezTo>
                      <a:pt x="3196102" y="2145528"/>
                      <a:pt x="3216867" y="2140193"/>
                      <a:pt x="3234202" y="2142289"/>
                    </a:cubicBezTo>
                    <a:cubicBezTo>
                      <a:pt x="3252492" y="2144765"/>
                      <a:pt x="3271348" y="2147051"/>
                      <a:pt x="3288877" y="2152578"/>
                    </a:cubicBezTo>
                    <a:cubicBezTo>
                      <a:pt x="3334216" y="2167056"/>
                      <a:pt x="3378986" y="2183439"/>
                      <a:pt x="3424135" y="2198680"/>
                    </a:cubicBezTo>
                    <a:cubicBezTo>
                      <a:pt x="3461282" y="2211253"/>
                      <a:pt x="3497862" y="2201347"/>
                      <a:pt x="3534629" y="2196013"/>
                    </a:cubicBezTo>
                    <a:cubicBezTo>
                      <a:pt x="3557682" y="2192583"/>
                      <a:pt x="3579206" y="2184391"/>
                      <a:pt x="3605116" y="2196583"/>
                    </a:cubicBezTo>
                    <a:cubicBezTo>
                      <a:pt x="3629882" y="2208205"/>
                      <a:pt x="3661315" y="2205537"/>
                      <a:pt x="3689131" y="2211824"/>
                    </a:cubicBezTo>
                    <a:cubicBezTo>
                      <a:pt x="3712565" y="2217157"/>
                      <a:pt x="3735231" y="2225732"/>
                      <a:pt x="3757902" y="2234114"/>
                    </a:cubicBezTo>
                    <a:cubicBezTo>
                      <a:pt x="3788766" y="2245545"/>
                      <a:pt x="3819245" y="2257545"/>
                      <a:pt x="3852966" y="2251831"/>
                    </a:cubicBezTo>
                    <a:cubicBezTo>
                      <a:pt x="3891259" y="2245353"/>
                      <a:pt x="3917546" y="2269738"/>
                      <a:pt x="3947648" y="2285932"/>
                    </a:cubicBezTo>
                    <a:cubicBezTo>
                      <a:pt x="3968414" y="2296980"/>
                      <a:pt x="3991083" y="2305172"/>
                      <a:pt x="4013753" y="2312031"/>
                    </a:cubicBezTo>
                    <a:cubicBezTo>
                      <a:pt x="4044043" y="2320985"/>
                      <a:pt x="4075285" y="2326320"/>
                      <a:pt x="4105766" y="2335082"/>
                    </a:cubicBezTo>
                    <a:cubicBezTo>
                      <a:pt x="4151870" y="2348226"/>
                      <a:pt x="4198546" y="2358514"/>
                      <a:pt x="4246551" y="2351274"/>
                    </a:cubicBezTo>
                    <a:cubicBezTo>
                      <a:pt x="4268649" y="2348036"/>
                      <a:pt x="4289227" y="2348226"/>
                      <a:pt x="4311323" y="2352991"/>
                    </a:cubicBezTo>
                    <a:cubicBezTo>
                      <a:pt x="4347518" y="2360801"/>
                      <a:pt x="4384668" y="2361753"/>
                      <a:pt x="4413817" y="2390899"/>
                    </a:cubicBezTo>
                    <a:cubicBezTo>
                      <a:pt x="4424104" y="2401188"/>
                      <a:pt x="4442581" y="2403853"/>
                      <a:pt x="4457632" y="2409188"/>
                    </a:cubicBezTo>
                    <a:cubicBezTo>
                      <a:pt x="4474969" y="2415476"/>
                      <a:pt x="4487731" y="2412236"/>
                      <a:pt x="4497068" y="2393947"/>
                    </a:cubicBezTo>
                    <a:cubicBezTo>
                      <a:pt x="4501257" y="2385757"/>
                      <a:pt x="4513260" y="2377755"/>
                      <a:pt x="4522596" y="2376421"/>
                    </a:cubicBezTo>
                    <a:cubicBezTo>
                      <a:pt x="4550599" y="2372421"/>
                      <a:pt x="4576318" y="2378327"/>
                      <a:pt x="4603368" y="2391282"/>
                    </a:cubicBezTo>
                    <a:cubicBezTo>
                      <a:pt x="4628705" y="2403474"/>
                      <a:pt x="4660331" y="2402140"/>
                      <a:pt x="4689098" y="2406903"/>
                    </a:cubicBezTo>
                    <a:cubicBezTo>
                      <a:pt x="4699289" y="2408618"/>
                      <a:pt x="4709482" y="2411237"/>
                      <a:pt x="4719697" y="2413428"/>
                    </a:cubicBezTo>
                    <a:lnTo>
                      <a:pt x="4726469" y="2414298"/>
                    </a:lnTo>
                    <a:lnTo>
                      <a:pt x="4785776" y="2414298"/>
                    </a:lnTo>
                    <a:lnTo>
                      <a:pt x="4788661" y="2414047"/>
                    </a:lnTo>
                    <a:cubicBezTo>
                      <a:pt x="4801401" y="2412237"/>
                      <a:pt x="4814166" y="2410142"/>
                      <a:pt x="4827024" y="2408999"/>
                    </a:cubicBezTo>
                    <a:cubicBezTo>
                      <a:pt x="4847027" y="2407095"/>
                      <a:pt x="4867412" y="2407856"/>
                      <a:pt x="4887415" y="2405570"/>
                    </a:cubicBezTo>
                    <a:cubicBezTo>
                      <a:pt x="4903799" y="2403853"/>
                      <a:pt x="4919991" y="2399474"/>
                      <a:pt x="4936184" y="2395853"/>
                    </a:cubicBezTo>
                    <a:cubicBezTo>
                      <a:pt x="4942089" y="2394520"/>
                      <a:pt x="4947996" y="2389376"/>
                      <a:pt x="4953328" y="2390138"/>
                    </a:cubicBezTo>
                    <a:cubicBezTo>
                      <a:pt x="5006292" y="2398330"/>
                      <a:pt x="5044391" y="2361753"/>
                      <a:pt x="5089162" y="2345560"/>
                    </a:cubicBezTo>
                    <a:cubicBezTo>
                      <a:pt x="5136216" y="2328413"/>
                      <a:pt x="5181748" y="2302124"/>
                      <a:pt x="5234326" y="2309935"/>
                    </a:cubicBezTo>
                    <a:cubicBezTo>
                      <a:pt x="5266141" y="2314697"/>
                      <a:pt x="5296812" y="2325747"/>
                      <a:pt x="5328438" y="2332416"/>
                    </a:cubicBezTo>
                    <a:cubicBezTo>
                      <a:pt x="5339677" y="2334701"/>
                      <a:pt x="5352250" y="2334320"/>
                      <a:pt x="5363491" y="2332034"/>
                    </a:cubicBezTo>
                    <a:cubicBezTo>
                      <a:pt x="5417784" y="2321555"/>
                      <a:pt x="5471316" y="2320032"/>
                      <a:pt x="5524660" y="2337178"/>
                    </a:cubicBezTo>
                    <a:cubicBezTo>
                      <a:pt x="5533802" y="2340036"/>
                      <a:pt x="5543518" y="2342701"/>
                      <a:pt x="5553045" y="2342701"/>
                    </a:cubicBezTo>
                    <a:cubicBezTo>
                      <a:pt x="5605244" y="2342701"/>
                      <a:pt x="5656488" y="2338701"/>
                      <a:pt x="5706401" y="2320032"/>
                    </a:cubicBezTo>
                    <a:cubicBezTo>
                      <a:pt x="5723166" y="2313745"/>
                      <a:pt x="5743551" y="2317745"/>
                      <a:pt x="5762029" y="2316221"/>
                    </a:cubicBezTo>
                    <a:cubicBezTo>
                      <a:pt x="5779174" y="2314889"/>
                      <a:pt x="5796702" y="2314317"/>
                      <a:pt x="5813276" y="2309935"/>
                    </a:cubicBezTo>
                    <a:cubicBezTo>
                      <a:pt x="5837472" y="2303459"/>
                      <a:pt x="5859949" y="2302697"/>
                      <a:pt x="5884906" y="2308411"/>
                    </a:cubicBezTo>
                    <a:cubicBezTo>
                      <a:pt x="5908719" y="2313745"/>
                      <a:pt x="5934438" y="2311079"/>
                      <a:pt x="5959204" y="2311269"/>
                    </a:cubicBezTo>
                    <a:cubicBezTo>
                      <a:pt x="5986828" y="2311459"/>
                      <a:pt x="6014449" y="2311649"/>
                      <a:pt x="6042072" y="2310697"/>
                    </a:cubicBezTo>
                    <a:cubicBezTo>
                      <a:pt x="6053124" y="2310317"/>
                      <a:pt x="6065695" y="2302697"/>
                      <a:pt x="6074842" y="2305745"/>
                    </a:cubicBezTo>
                    <a:cubicBezTo>
                      <a:pt x="6104368" y="2316031"/>
                      <a:pt x="6133897" y="2303649"/>
                      <a:pt x="6163425" y="2309172"/>
                    </a:cubicBezTo>
                    <a:cubicBezTo>
                      <a:pt x="6177905" y="2312031"/>
                      <a:pt x="6194288" y="2304220"/>
                      <a:pt x="6209909" y="2303459"/>
                    </a:cubicBezTo>
                    <a:cubicBezTo>
                      <a:pt x="6235437" y="2302124"/>
                      <a:pt x="6260964" y="2302697"/>
                      <a:pt x="6286493" y="2302315"/>
                    </a:cubicBezTo>
                    <a:cubicBezTo>
                      <a:pt x="6294876" y="2302124"/>
                      <a:pt x="6303068" y="2301362"/>
                      <a:pt x="6311449" y="2300980"/>
                    </a:cubicBezTo>
                    <a:cubicBezTo>
                      <a:pt x="6318880" y="2300601"/>
                      <a:pt x="6326691" y="2298887"/>
                      <a:pt x="6333739" y="2300218"/>
                    </a:cubicBezTo>
                    <a:cubicBezTo>
                      <a:pt x="6359268" y="2304983"/>
                      <a:pt x="6384414" y="2312793"/>
                      <a:pt x="6410131" y="2315841"/>
                    </a:cubicBezTo>
                    <a:cubicBezTo>
                      <a:pt x="6432420" y="2318507"/>
                      <a:pt x="6455472" y="2314889"/>
                      <a:pt x="6477951" y="2316793"/>
                    </a:cubicBezTo>
                    <a:cubicBezTo>
                      <a:pt x="6517576" y="2320032"/>
                      <a:pt x="6557201" y="2325747"/>
                      <a:pt x="6596828" y="2329368"/>
                    </a:cubicBezTo>
                    <a:cubicBezTo>
                      <a:pt x="6605401" y="2330130"/>
                      <a:pt x="6614353" y="2325365"/>
                      <a:pt x="6623118" y="2324985"/>
                    </a:cubicBezTo>
                    <a:cubicBezTo>
                      <a:pt x="6650551" y="2324033"/>
                      <a:pt x="6677984" y="2323841"/>
                      <a:pt x="6705417" y="2323272"/>
                    </a:cubicBezTo>
                    <a:cubicBezTo>
                      <a:pt x="6721038" y="2323080"/>
                      <a:pt x="6736851" y="2323651"/>
                      <a:pt x="6752283" y="2321937"/>
                    </a:cubicBezTo>
                    <a:cubicBezTo>
                      <a:pt x="6772665" y="2319651"/>
                      <a:pt x="6791144" y="2316221"/>
                      <a:pt x="6810195" y="2331082"/>
                    </a:cubicBezTo>
                    <a:cubicBezTo>
                      <a:pt x="6839534" y="2354132"/>
                      <a:pt x="6876872" y="2345178"/>
                      <a:pt x="6910782" y="2350512"/>
                    </a:cubicBezTo>
                    <a:cubicBezTo>
                      <a:pt x="6919547" y="2351847"/>
                      <a:pt x="6928501" y="2352036"/>
                      <a:pt x="6937263" y="2353561"/>
                    </a:cubicBezTo>
                    <a:cubicBezTo>
                      <a:pt x="6953457" y="2356418"/>
                      <a:pt x="6969457" y="2359657"/>
                      <a:pt x="6985653" y="2362897"/>
                    </a:cubicBezTo>
                    <a:cubicBezTo>
                      <a:pt x="6988509" y="2363467"/>
                      <a:pt x="6991747" y="2363659"/>
                      <a:pt x="6994415" y="2364611"/>
                    </a:cubicBezTo>
                    <a:cubicBezTo>
                      <a:pt x="7018991" y="2372611"/>
                      <a:pt x="7043184" y="2381755"/>
                      <a:pt x="7068141" y="2388234"/>
                    </a:cubicBezTo>
                    <a:cubicBezTo>
                      <a:pt x="7080334" y="2391472"/>
                      <a:pt x="7093860" y="2391853"/>
                      <a:pt x="7106432" y="2390138"/>
                    </a:cubicBezTo>
                    <a:cubicBezTo>
                      <a:pt x="7143199" y="2385185"/>
                      <a:pt x="7179587" y="2383089"/>
                      <a:pt x="7216547" y="2390330"/>
                    </a:cubicBezTo>
                    <a:cubicBezTo>
                      <a:pt x="7231214" y="2393186"/>
                      <a:pt x="7247599" y="2388424"/>
                      <a:pt x="7263220" y="2386709"/>
                    </a:cubicBezTo>
                    <a:cubicBezTo>
                      <a:pt x="7300559" y="2382137"/>
                      <a:pt x="7337899" y="2377183"/>
                      <a:pt x="7375428" y="2372803"/>
                    </a:cubicBezTo>
                    <a:cubicBezTo>
                      <a:pt x="7398860" y="2370135"/>
                      <a:pt x="7422483" y="2368611"/>
                      <a:pt x="7445916" y="2365945"/>
                    </a:cubicBezTo>
                    <a:cubicBezTo>
                      <a:pt x="7472967" y="2362705"/>
                      <a:pt x="7499828" y="2357753"/>
                      <a:pt x="7526880" y="2355084"/>
                    </a:cubicBezTo>
                    <a:cubicBezTo>
                      <a:pt x="7557742" y="2352036"/>
                      <a:pt x="7588795" y="2351466"/>
                      <a:pt x="7619655" y="2348226"/>
                    </a:cubicBezTo>
                    <a:cubicBezTo>
                      <a:pt x="7676047" y="2341940"/>
                      <a:pt x="7732247" y="2334509"/>
                      <a:pt x="7788636" y="2327461"/>
                    </a:cubicBezTo>
                    <a:cubicBezTo>
                      <a:pt x="7843311" y="2320603"/>
                      <a:pt x="7897987" y="2314507"/>
                      <a:pt x="7952280" y="2305935"/>
                    </a:cubicBezTo>
                    <a:cubicBezTo>
                      <a:pt x="7975142" y="2302315"/>
                      <a:pt x="7996859" y="2292408"/>
                      <a:pt x="8019339" y="2286884"/>
                    </a:cubicBezTo>
                    <a:cubicBezTo>
                      <a:pt x="8058774" y="2277357"/>
                      <a:pt x="8098590" y="2269357"/>
                      <a:pt x="8137835" y="2259832"/>
                    </a:cubicBezTo>
                    <a:cubicBezTo>
                      <a:pt x="8155359" y="2255641"/>
                      <a:pt x="8172124" y="2248593"/>
                      <a:pt x="8189651" y="2243639"/>
                    </a:cubicBezTo>
                    <a:cubicBezTo>
                      <a:pt x="8230992" y="2232208"/>
                      <a:pt x="8272903" y="2222874"/>
                      <a:pt x="8313671" y="2209920"/>
                    </a:cubicBezTo>
                    <a:cubicBezTo>
                      <a:pt x="8362822" y="2194297"/>
                      <a:pt x="8411019" y="2175439"/>
                      <a:pt x="8459979" y="2158864"/>
                    </a:cubicBezTo>
                    <a:cubicBezTo>
                      <a:pt x="8478269" y="2152578"/>
                      <a:pt x="8497511" y="2148957"/>
                      <a:pt x="8516369" y="2144003"/>
                    </a:cubicBezTo>
                    <a:cubicBezTo>
                      <a:pt x="8563425" y="2131431"/>
                      <a:pt x="8610288" y="2118095"/>
                      <a:pt x="8657726" y="2106284"/>
                    </a:cubicBezTo>
                    <a:cubicBezTo>
                      <a:pt x="8675253" y="2101901"/>
                      <a:pt x="8693731" y="2102284"/>
                      <a:pt x="8711448" y="2098664"/>
                    </a:cubicBezTo>
                    <a:cubicBezTo>
                      <a:pt x="8732023" y="2094472"/>
                      <a:pt x="8752407" y="2089138"/>
                      <a:pt x="8772219" y="2082280"/>
                    </a:cubicBezTo>
                    <a:cubicBezTo>
                      <a:pt x="8796985" y="2073707"/>
                      <a:pt x="8820990" y="2062659"/>
                      <a:pt x="8845565" y="2053705"/>
                    </a:cubicBezTo>
                    <a:cubicBezTo>
                      <a:pt x="8886142" y="2039034"/>
                      <a:pt x="8926911" y="2024557"/>
                      <a:pt x="8967871" y="2011221"/>
                    </a:cubicBezTo>
                    <a:cubicBezTo>
                      <a:pt x="8983301" y="2006268"/>
                      <a:pt x="9000257" y="2005697"/>
                      <a:pt x="9015878" y="2001124"/>
                    </a:cubicBezTo>
                    <a:cubicBezTo>
                      <a:pt x="9088840" y="1979597"/>
                      <a:pt x="9161805" y="1957880"/>
                      <a:pt x="9234579" y="1935209"/>
                    </a:cubicBezTo>
                    <a:cubicBezTo>
                      <a:pt x="9272298" y="1923399"/>
                      <a:pt x="9308875" y="1908538"/>
                      <a:pt x="9346597" y="1896917"/>
                    </a:cubicBezTo>
                    <a:cubicBezTo>
                      <a:pt x="9369267" y="1889869"/>
                      <a:pt x="9393650" y="1887773"/>
                      <a:pt x="9416321" y="1880724"/>
                    </a:cubicBezTo>
                    <a:cubicBezTo>
                      <a:pt x="9437278" y="1874247"/>
                      <a:pt x="9456709" y="1863578"/>
                      <a:pt x="9477283" y="1856149"/>
                    </a:cubicBezTo>
                    <a:cubicBezTo>
                      <a:pt x="9540152" y="1833097"/>
                      <a:pt x="9603971" y="1811953"/>
                      <a:pt x="9666265" y="1787186"/>
                    </a:cubicBezTo>
                    <a:cubicBezTo>
                      <a:pt x="9696749" y="1775183"/>
                      <a:pt x="9725323" y="1757849"/>
                      <a:pt x="9754088" y="1741464"/>
                    </a:cubicBezTo>
                    <a:cubicBezTo>
                      <a:pt x="9802858" y="1713841"/>
                      <a:pt x="9850865" y="1685074"/>
                      <a:pt x="9899446" y="1656880"/>
                    </a:cubicBezTo>
                    <a:cubicBezTo>
                      <a:pt x="9935832" y="1635924"/>
                      <a:pt x="9968027" y="1611347"/>
                      <a:pt x="9993175" y="1576487"/>
                    </a:cubicBezTo>
                    <a:cubicBezTo>
                      <a:pt x="10004797" y="1560484"/>
                      <a:pt x="10024990" y="1546768"/>
                      <a:pt x="10044230" y="1540480"/>
                    </a:cubicBezTo>
                    <a:cubicBezTo>
                      <a:pt x="10078713" y="1529241"/>
                      <a:pt x="10104430" y="1507522"/>
                      <a:pt x="10131863" y="1485613"/>
                    </a:cubicBezTo>
                    <a:cubicBezTo>
                      <a:pt x="10166536" y="1457801"/>
                      <a:pt x="10203304" y="1431509"/>
                      <a:pt x="10242357" y="1410555"/>
                    </a:cubicBezTo>
                    <a:cubicBezTo>
                      <a:pt x="10280840" y="1389980"/>
                      <a:pt x="10324086" y="1378549"/>
                      <a:pt x="10363709" y="1359499"/>
                    </a:cubicBezTo>
                    <a:cubicBezTo>
                      <a:pt x="10386952" y="1348259"/>
                      <a:pt x="10407146" y="1330353"/>
                      <a:pt x="10428291" y="1314920"/>
                    </a:cubicBezTo>
                    <a:cubicBezTo>
                      <a:pt x="10449438" y="1299489"/>
                      <a:pt x="10470394" y="1283486"/>
                      <a:pt x="10490969" y="1267104"/>
                    </a:cubicBezTo>
                    <a:cubicBezTo>
                      <a:pt x="10502208" y="1258149"/>
                      <a:pt x="10511734" y="1246909"/>
                      <a:pt x="10523354" y="1238337"/>
                    </a:cubicBezTo>
                    <a:cubicBezTo>
                      <a:pt x="10545263" y="1222334"/>
                      <a:pt x="10569075" y="1208808"/>
                      <a:pt x="10590031" y="1191664"/>
                    </a:cubicBezTo>
                    <a:cubicBezTo>
                      <a:pt x="10610225" y="1175089"/>
                      <a:pt x="10633467" y="1166707"/>
                      <a:pt x="10656519" y="1156038"/>
                    </a:cubicBezTo>
                    <a:cubicBezTo>
                      <a:pt x="10674046" y="1148036"/>
                      <a:pt x="10686617" y="1130320"/>
                      <a:pt x="10703573" y="1120603"/>
                    </a:cubicBezTo>
                    <a:cubicBezTo>
                      <a:pt x="10727767" y="1106697"/>
                      <a:pt x="10746246" y="1089553"/>
                      <a:pt x="10764534" y="1067643"/>
                    </a:cubicBezTo>
                    <a:cubicBezTo>
                      <a:pt x="10785111" y="1043068"/>
                      <a:pt x="10820162" y="1029732"/>
                      <a:pt x="10850453" y="1014301"/>
                    </a:cubicBezTo>
                    <a:cubicBezTo>
                      <a:pt x="10876171" y="1001157"/>
                      <a:pt x="10906081" y="995632"/>
                      <a:pt x="10929704" y="980201"/>
                    </a:cubicBezTo>
                    <a:cubicBezTo>
                      <a:pt x="10946279" y="969342"/>
                      <a:pt x="10958661" y="948957"/>
                      <a:pt x="10967423" y="930289"/>
                    </a:cubicBezTo>
                    <a:cubicBezTo>
                      <a:pt x="10987046" y="887995"/>
                      <a:pt x="11021146" y="861897"/>
                      <a:pt x="11058869" y="838084"/>
                    </a:cubicBezTo>
                    <a:cubicBezTo>
                      <a:pt x="11097350" y="813699"/>
                      <a:pt x="11133927" y="786836"/>
                      <a:pt x="11172600" y="762834"/>
                    </a:cubicBezTo>
                    <a:cubicBezTo>
                      <a:pt x="11211843" y="738638"/>
                      <a:pt x="11243658" y="706443"/>
                      <a:pt x="11275283" y="673676"/>
                    </a:cubicBezTo>
                    <a:cubicBezTo>
                      <a:pt x="11288238" y="660150"/>
                      <a:pt x="11305192" y="650434"/>
                      <a:pt x="11320623" y="639195"/>
                    </a:cubicBezTo>
                    <a:cubicBezTo>
                      <a:pt x="11338339" y="626241"/>
                      <a:pt x="11355296" y="611953"/>
                      <a:pt x="11374346" y="601664"/>
                    </a:cubicBezTo>
                    <a:cubicBezTo>
                      <a:pt x="11398160" y="588709"/>
                      <a:pt x="11424069" y="579757"/>
                      <a:pt x="11448453" y="567755"/>
                    </a:cubicBezTo>
                    <a:cubicBezTo>
                      <a:pt x="11476838" y="553657"/>
                      <a:pt x="11505795" y="539750"/>
                      <a:pt x="11532275" y="522605"/>
                    </a:cubicBezTo>
                    <a:cubicBezTo>
                      <a:pt x="11545039" y="514413"/>
                      <a:pt x="11553613" y="499363"/>
                      <a:pt x="11562947" y="486598"/>
                    </a:cubicBezTo>
                    <a:cubicBezTo>
                      <a:pt x="11599714" y="436305"/>
                      <a:pt x="11635529" y="385441"/>
                      <a:pt x="11672489" y="335337"/>
                    </a:cubicBezTo>
                    <a:cubicBezTo>
                      <a:pt x="11712304" y="281424"/>
                      <a:pt x="11763931" y="241608"/>
                      <a:pt x="11821656" y="207889"/>
                    </a:cubicBezTo>
                    <a:cubicBezTo>
                      <a:pt x="11877664" y="175312"/>
                      <a:pt x="11931195" y="138734"/>
                      <a:pt x="11986443" y="104824"/>
                    </a:cubicBezTo>
                    <a:cubicBezTo>
                      <a:pt x="11998443" y="97395"/>
                      <a:pt x="12013114" y="94347"/>
                      <a:pt x="12026448" y="88821"/>
                    </a:cubicBezTo>
                    <a:cubicBezTo>
                      <a:pt x="12072360" y="69580"/>
                      <a:pt x="12118083" y="50147"/>
                      <a:pt x="12160947" y="28621"/>
                    </a:cubicBezTo>
                    <a:lnTo>
                      <a:pt x="12192000" y="0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16" name="Freeform: Shape 15">
                <a:extLst>
                  <a:ext uri="{FF2B5EF4-FFF2-40B4-BE49-F238E27FC236}">
                    <a16:creationId xmlns:a16="http://schemas.microsoft.com/office/drawing/2014/main" id="{D1A0BEEB-C008-4150-A935-C6AAF537DA1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0" y="3681702"/>
                <a:ext cx="12192000" cy="3176298"/>
              </a:xfrm>
              <a:custGeom>
                <a:avLst/>
                <a:gdLst>
                  <a:gd name="connsiteX0" fmla="*/ 12192000 w 12192000"/>
                  <a:gd name="connsiteY0" fmla="*/ 0 h 3176298"/>
                  <a:gd name="connsiteX1" fmla="*/ 12192000 w 12192000"/>
                  <a:gd name="connsiteY1" fmla="*/ 3176298 h 3176298"/>
                  <a:gd name="connsiteX2" fmla="*/ 0 w 12192000"/>
                  <a:gd name="connsiteY2" fmla="*/ 3176298 h 3176298"/>
                  <a:gd name="connsiteX3" fmla="*/ 0 w 12192000"/>
                  <a:gd name="connsiteY3" fmla="*/ 2264980 h 3176298"/>
                  <a:gd name="connsiteX4" fmla="*/ 544 w 12192000"/>
                  <a:gd name="connsiteY4" fmla="*/ 2264980 h 3176298"/>
                  <a:gd name="connsiteX5" fmla="*/ 544 w 12192000"/>
                  <a:gd name="connsiteY5" fmla="*/ 2392219 h 3176298"/>
                  <a:gd name="connsiteX6" fmla="*/ 61197 w 12192000"/>
                  <a:gd name="connsiteY6" fmla="*/ 2387448 h 3176298"/>
                  <a:gd name="connsiteX7" fmla="*/ 119613 w 12192000"/>
                  <a:gd name="connsiteY7" fmla="*/ 2369945 h 3176298"/>
                  <a:gd name="connsiteX8" fmla="*/ 172384 w 12192000"/>
                  <a:gd name="connsiteY8" fmla="*/ 2347084 h 3176298"/>
                  <a:gd name="connsiteX9" fmla="*/ 274873 w 12192000"/>
                  <a:gd name="connsiteY9" fmla="*/ 2336988 h 3176298"/>
                  <a:gd name="connsiteX10" fmla="*/ 307259 w 12192000"/>
                  <a:gd name="connsiteY10" fmla="*/ 2331461 h 3176298"/>
                  <a:gd name="connsiteX11" fmla="*/ 394511 w 12192000"/>
                  <a:gd name="connsiteY11" fmla="*/ 2308601 h 3176298"/>
                  <a:gd name="connsiteX12" fmla="*/ 494337 w 12192000"/>
                  <a:gd name="connsiteY12" fmla="*/ 2268213 h 3176298"/>
                  <a:gd name="connsiteX13" fmla="*/ 546917 w 12192000"/>
                  <a:gd name="connsiteY13" fmla="*/ 2283264 h 3176298"/>
                  <a:gd name="connsiteX14" fmla="*/ 730754 w 12192000"/>
                  <a:gd name="connsiteY14" fmla="*/ 2240780 h 3176298"/>
                  <a:gd name="connsiteX15" fmla="*/ 785432 w 12192000"/>
                  <a:gd name="connsiteY15" fmla="*/ 2218682 h 3176298"/>
                  <a:gd name="connsiteX16" fmla="*/ 801053 w 12192000"/>
                  <a:gd name="connsiteY16" fmla="*/ 2204013 h 3176298"/>
                  <a:gd name="connsiteX17" fmla="*/ 858205 w 12192000"/>
                  <a:gd name="connsiteY17" fmla="*/ 2169532 h 3176298"/>
                  <a:gd name="connsiteX18" fmla="*/ 949646 w 12192000"/>
                  <a:gd name="connsiteY18" fmla="*/ 2157340 h 3176298"/>
                  <a:gd name="connsiteX19" fmla="*/ 960887 w 12192000"/>
                  <a:gd name="connsiteY19" fmla="*/ 2150099 h 3176298"/>
                  <a:gd name="connsiteX20" fmla="*/ 977653 w 12192000"/>
                  <a:gd name="connsiteY20" fmla="*/ 2138480 h 3176298"/>
                  <a:gd name="connsiteX21" fmla="*/ 1071762 w 12192000"/>
                  <a:gd name="connsiteY21" fmla="*/ 2117905 h 3176298"/>
                  <a:gd name="connsiteX22" fmla="*/ 1092527 w 12192000"/>
                  <a:gd name="connsiteY22" fmla="*/ 2111428 h 3176298"/>
                  <a:gd name="connsiteX23" fmla="*/ 1109865 w 12192000"/>
                  <a:gd name="connsiteY23" fmla="*/ 2100568 h 3176298"/>
                  <a:gd name="connsiteX24" fmla="*/ 1162823 w 12192000"/>
                  <a:gd name="connsiteY24" fmla="*/ 2075613 h 3176298"/>
                  <a:gd name="connsiteX25" fmla="*/ 1206641 w 12192000"/>
                  <a:gd name="connsiteY25" fmla="*/ 2074851 h 3176298"/>
                  <a:gd name="connsiteX26" fmla="*/ 1267411 w 12192000"/>
                  <a:gd name="connsiteY26" fmla="*/ 2060753 h 3176298"/>
                  <a:gd name="connsiteX27" fmla="*/ 1380762 w 12192000"/>
                  <a:gd name="connsiteY27" fmla="*/ 2046847 h 3176298"/>
                  <a:gd name="connsiteX28" fmla="*/ 1404006 w 12192000"/>
                  <a:gd name="connsiteY28" fmla="*/ 2038844 h 3176298"/>
                  <a:gd name="connsiteX29" fmla="*/ 1544598 w 12192000"/>
                  <a:gd name="connsiteY29" fmla="*/ 2000932 h 3176298"/>
                  <a:gd name="connsiteX30" fmla="*/ 1657188 w 12192000"/>
                  <a:gd name="connsiteY30" fmla="*/ 2001697 h 3176298"/>
                  <a:gd name="connsiteX31" fmla="*/ 1665950 w 12192000"/>
                  <a:gd name="connsiteY31" fmla="*/ 2003411 h 3176298"/>
                  <a:gd name="connsiteX32" fmla="*/ 1709006 w 12192000"/>
                  <a:gd name="connsiteY32" fmla="*/ 2015983 h 3176298"/>
                  <a:gd name="connsiteX33" fmla="*/ 1775684 w 12192000"/>
                  <a:gd name="connsiteY33" fmla="*/ 2012555 h 3176298"/>
                  <a:gd name="connsiteX34" fmla="*/ 1821596 w 12192000"/>
                  <a:gd name="connsiteY34" fmla="*/ 1995218 h 3176298"/>
                  <a:gd name="connsiteX35" fmla="*/ 1878748 w 12192000"/>
                  <a:gd name="connsiteY35" fmla="*/ 1994457 h 3176298"/>
                  <a:gd name="connsiteX36" fmla="*/ 1944092 w 12192000"/>
                  <a:gd name="connsiteY36" fmla="*/ 2005315 h 3176298"/>
                  <a:gd name="connsiteX37" fmla="*/ 1973429 w 12192000"/>
                  <a:gd name="connsiteY37" fmla="*/ 2007601 h 3176298"/>
                  <a:gd name="connsiteX38" fmla="*/ 2054013 w 12192000"/>
                  <a:gd name="connsiteY38" fmla="*/ 2030082 h 3176298"/>
                  <a:gd name="connsiteX39" fmla="*/ 2102021 w 12192000"/>
                  <a:gd name="connsiteY39" fmla="*/ 2024557 h 3176298"/>
                  <a:gd name="connsiteX40" fmla="*/ 2149267 w 12192000"/>
                  <a:gd name="connsiteY40" fmla="*/ 2009697 h 3176298"/>
                  <a:gd name="connsiteX41" fmla="*/ 2179556 w 12192000"/>
                  <a:gd name="connsiteY41" fmla="*/ 1995409 h 3176298"/>
                  <a:gd name="connsiteX42" fmla="*/ 2240710 w 12192000"/>
                  <a:gd name="connsiteY42" fmla="*/ 1985312 h 3176298"/>
                  <a:gd name="connsiteX43" fmla="*/ 2251948 w 12192000"/>
                  <a:gd name="connsiteY43" fmla="*/ 1986836 h 3176298"/>
                  <a:gd name="connsiteX44" fmla="*/ 2434456 w 12192000"/>
                  <a:gd name="connsiteY44" fmla="*/ 1999410 h 3176298"/>
                  <a:gd name="connsiteX45" fmla="*/ 2506847 w 12192000"/>
                  <a:gd name="connsiteY45" fmla="*/ 2019603 h 3176298"/>
                  <a:gd name="connsiteX46" fmla="*/ 2522279 w 12192000"/>
                  <a:gd name="connsiteY46" fmla="*/ 2022080 h 3176298"/>
                  <a:gd name="connsiteX47" fmla="*/ 2676398 w 12192000"/>
                  <a:gd name="connsiteY47" fmla="*/ 2044751 h 3176298"/>
                  <a:gd name="connsiteX48" fmla="*/ 2693543 w 12192000"/>
                  <a:gd name="connsiteY48" fmla="*/ 2045703 h 3176298"/>
                  <a:gd name="connsiteX49" fmla="*/ 2741360 w 12192000"/>
                  <a:gd name="connsiteY49" fmla="*/ 2041701 h 3176298"/>
                  <a:gd name="connsiteX50" fmla="*/ 2854140 w 12192000"/>
                  <a:gd name="connsiteY50" fmla="*/ 2082851 h 3176298"/>
                  <a:gd name="connsiteX51" fmla="*/ 2967110 w 12192000"/>
                  <a:gd name="connsiteY51" fmla="*/ 2096949 h 3176298"/>
                  <a:gd name="connsiteX52" fmla="*/ 3029216 w 12192000"/>
                  <a:gd name="connsiteY52" fmla="*/ 2096757 h 3176298"/>
                  <a:gd name="connsiteX53" fmla="*/ 3073604 w 12192000"/>
                  <a:gd name="connsiteY53" fmla="*/ 2106856 h 3176298"/>
                  <a:gd name="connsiteX54" fmla="*/ 3182763 w 12192000"/>
                  <a:gd name="connsiteY54" fmla="*/ 2137527 h 3176298"/>
                  <a:gd name="connsiteX55" fmla="*/ 3234202 w 12192000"/>
                  <a:gd name="connsiteY55" fmla="*/ 2142289 h 3176298"/>
                  <a:gd name="connsiteX56" fmla="*/ 3288877 w 12192000"/>
                  <a:gd name="connsiteY56" fmla="*/ 2152578 h 3176298"/>
                  <a:gd name="connsiteX57" fmla="*/ 3424135 w 12192000"/>
                  <a:gd name="connsiteY57" fmla="*/ 2198680 h 3176298"/>
                  <a:gd name="connsiteX58" fmla="*/ 3534629 w 12192000"/>
                  <a:gd name="connsiteY58" fmla="*/ 2196013 h 3176298"/>
                  <a:gd name="connsiteX59" fmla="*/ 3605116 w 12192000"/>
                  <a:gd name="connsiteY59" fmla="*/ 2196583 h 3176298"/>
                  <a:gd name="connsiteX60" fmla="*/ 3689131 w 12192000"/>
                  <a:gd name="connsiteY60" fmla="*/ 2211824 h 3176298"/>
                  <a:gd name="connsiteX61" fmla="*/ 3757902 w 12192000"/>
                  <a:gd name="connsiteY61" fmla="*/ 2234114 h 3176298"/>
                  <a:gd name="connsiteX62" fmla="*/ 3852966 w 12192000"/>
                  <a:gd name="connsiteY62" fmla="*/ 2251831 h 3176298"/>
                  <a:gd name="connsiteX63" fmla="*/ 3947648 w 12192000"/>
                  <a:gd name="connsiteY63" fmla="*/ 2285932 h 3176298"/>
                  <a:gd name="connsiteX64" fmla="*/ 4013753 w 12192000"/>
                  <a:gd name="connsiteY64" fmla="*/ 2312031 h 3176298"/>
                  <a:gd name="connsiteX65" fmla="*/ 4105766 w 12192000"/>
                  <a:gd name="connsiteY65" fmla="*/ 2335082 h 3176298"/>
                  <a:gd name="connsiteX66" fmla="*/ 4246551 w 12192000"/>
                  <a:gd name="connsiteY66" fmla="*/ 2351274 h 3176298"/>
                  <a:gd name="connsiteX67" fmla="*/ 4311323 w 12192000"/>
                  <a:gd name="connsiteY67" fmla="*/ 2352991 h 3176298"/>
                  <a:gd name="connsiteX68" fmla="*/ 4413817 w 12192000"/>
                  <a:gd name="connsiteY68" fmla="*/ 2390899 h 3176298"/>
                  <a:gd name="connsiteX69" fmla="*/ 4457632 w 12192000"/>
                  <a:gd name="connsiteY69" fmla="*/ 2409188 h 3176298"/>
                  <a:gd name="connsiteX70" fmla="*/ 4497068 w 12192000"/>
                  <a:gd name="connsiteY70" fmla="*/ 2393947 h 3176298"/>
                  <a:gd name="connsiteX71" fmla="*/ 4522596 w 12192000"/>
                  <a:gd name="connsiteY71" fmla="*/ 2376421 h 3176298"/>
                  <a:gd name="connsiteX72" fmla="*/ 4603368 w 12192000"/>
                  <a:gd name="connsiteY72" fmla="*/ 2391282 h 3176298"/>
                  <a:gd name="connsiteX73" fmla="*/ 4689098 w 12192000"/>
                  <a:gd name="connsiteY73" fmla="*/ 2406903 h 3176298"/>
                  <a:gd name="connsiteX74" fmla="*/ 4719697 w 12192000"/>
                  <a:gd name="connsiteY74" fmla="*/ 2413428 h 3176298"/>
                  <a:gd name="connsiteX75" fmla="*/ 4726469 w 12192000"/>
                  <a:gd name="connsiteY75" fmla="*/ 2414298 h 3176298"/>
                  <a:gd name="connsiteX76" fmla="*/ 4785776 w 12192000"/>
                  <a:gd name="connsiteY76" fmla="*/ 2414298 h 3176298"/>
                  <a:gd name="connsiteX77" fmla="*/ 4788661 w 12192000"/>
                  <a:gd name="connsiteY77" fmla="*/ 2414047 h 3176298"/>
                  <a:gd name="connsiteX78" fmla="*/ 4827024 w 12192000"/>
                  <a:gd name="connsiteY78" fmla="*/ 2408999 h 3176298"/>
                  <a:gd name="connsiteX79" fmla="*/ 4887415 w 12192000"/>
                  <a:gd name="connsiteY79" fmla="*/ 2405570 h 3176298"/>
                  <a:gd name="connsiteX80" fmla="*/ 4936184 w 12192000"/>
                  <a:gd name="connsiteY80" fmla="*/ 2395853 h 3176298"/>
                  <a:gd name="connsiteX81" fmla="*/ 4953328 w 12192000"/>
                  <a:gd name="connsiteY81" fmla="*/ 2390138 h 3176298"/>
                  <a:gd name="connsiteX82" fmla="*/ 5089162 w 12192000"/>
                  <a:gd name="connsiteY82" fmla="*/ 2345560 h 3176298"/>
                  <a:gd name="connsiteX83" fmla="*/ 5234326 w 12192000"/>
                  <a:gd name="connsiteY83" fmla="*/ 2309935 h 3176298"/>
                  <a:gd name="connsiteX84" fmla="*/ 5328438 w 12192000"/>
                  <a:gd name="connsiteY84" fmla="*/ 2332416 h 3176298"/>
                  <a:gd name="connsiteX85" fmla="*/ 5363491 w 12192000"/>
                  <a:gd name="connsiteY85" fmla="*/ 2332034 h 3176298"/>
                  <a:gd name="connsiteX86" fmla="*/ 5524660 w 12192000"/>
                  <a:gd name="connsiteY86" fmla="*/ 2337178 h 3176298"/>
                  <a:gd name="connsiteX87" fmla="*/ 5553045 w 12192000"/>
                  <a:gd name="connsiteY87" fmla="*/ 2342701 h 3176298"/>
                  <a:gd name="connsiteX88" fmla="*/ 5706401 w 12192000"/>
                  <a:gd name="connsiteY88" fmla="*/ 2320032 h 3176298"/>
                  <a:gd name="connsiteX89" fmla="*/ 5762029 w 12192000"/>
                  <a:gd name="connsiteY89" fmla="*/ 2316221 h 3176298"/>
                  <a:gd name="connsiteX90" fmla="*/ 5813276 w 12192000"/>
                  <a:gd name="connsiteY90" fmla="*/ 2309935 h 3176298"/>
                  <a:gd name="connsiteX91" fmla="*/ 5884906 w 12192000"/>
                  <a:gd name="connsiteY91" fmla="*/ 2308411 h 3176298"/>
                  <a:gd name="connsiteX92" fmla="*/ 5959204 w 12192000"/>
                  <a:gd name="connsiteY92" fmla="*/ 2311269 h 3176298"/>
                  <a:gd name="connsiteX93" fmla="*/ 6042072 w 12192000"/>
                  <a:gd name="connsiteY93" fmla="*/ 2310697 h 3176298"/>
                  <a:gd name="connsiteX94" fmla="*/ 6074842 w 12192000"/>
                  <a:gd name="connsiteY94" fmla="*/ 2305745 h 3176298"/>
                  <a:gd name="connsiteX95" fmla="*/ 6163425 w 12192000"/>
                  <a:gd name="connsiteY95" fmla="*/ 2309172 h 3176298"/>
                  <a:gd name="connsiteX96" fmla="*/ 6209909 w 12192000"/>
                  <a:gd name="connsiteY96" fmla="*/ 2303459 h 3176298"/>
                  <a:gd name="connsiteX97" fmla="*/ 6286493 w 12192000"/>
                  <a:gd name="connsiteY97" fmla="*/ 2302315 h 3176298"/>
                  <a:gd name="connsiteX98" fmla="*/ 6311449 w 12192000"/>
                  <a:gd name="connsiteY98" fmla="*/ 2300980 h 3176298"/>
                  <a:gd name="connsiteX99" fmla="*/ 6333739 w 12192000"/>
                  <a:gd name="connsiteY99" fmla="*/ 2300218 h 3176298"/>
                  <a:gd name="connsiteX100" fmla="*/ 6410131 w 12192000"/>
                  <a:gd name="connsiteY100" fmla="*/ 2315841 h 3176298"/>
                  <a:gd name="connsiteX101" fmla="*/ 6477951 w 12192000"/>
                  <a:gd name="connsiteY101" fmla="*/ 2316793 h 3176298"/>
                  <a:gd name="connsiteX102" fmla="*/ 6596828 w 12192000"/>
                  <a:gd name="connsiteY102" fmla="*/ 2329368 h 3176298"/>
                  <a:gd name="connsiteX103" fmla="*/ 6623118 w 12192000"/>
                  <a:gd name="connsiteY103" fmla="*/ 2324985 h 3176298"/>
                  <a:gd name="connsiteX104" fmla="*/ 6705417 w 12192000"/>
                  <a:gd name="connsiteY104" fmla="*/ 2323272 h 3176298"/>
                  <a:gd name="connsiteX105" fmla="*/ 6752283 w 12192000"/>
                  <a:gd name="connsiteY105" fmla="*/ 2321937 h 3176298"/>
                  <a:gd name="connsiteX106" fmla="*/ 6810195 w 12192000"/>
                  <a:gd name="connsiteY106" fmla="*/ 2331082 h 3176298"/>
                  <a:gd name="connsiteX107" fmla="*/ 6910782 w 12192000"/>
                  <a:gd name="connsiteY107" fmla="*/ 2350512 h 3176298"/>
                  <a:gd name="connsiteX108" fmla="*/ 6937263 w 12192000"/>
                  <a:gd name="connsiteY108" fmla="*/ 2353561 h 3176298"/>
                  <a:gd name="connsiteX109" fmla="*/ 6985653 w 12192000"/>
                  <a:gd name="connsiteY109" fmla="*/ 2362897 h 3176298"/>
                  <a:gd name="connsiteX110" fmla="*/ 6994415 w 12192000"/>
                  <a:gd name="connsiteY110" fmla="*/ 2364611 h 3176298"/>
                  <a:gd name="connsiteX111" fmla="*/ 7068141 w 12192000"/>
                  <a:gd name="connsiteY111" fmla="*/ 2388234 h 3176298"/>
                  <a:gd name="connsiteX112" fmla="*/ 7106432 w 12192000"/>
                  <a:gd name="connsiteY112" fmla="*/ 2390138 h 3176298"/>
                  <a:gd name="connsiteX113" fmla="*/ 7216547 w 12192000"/>
                  <a:gd name="connsiteY113" fmla="*/ 2390330 h 3176298"/>
                  <a:gd name="connsiteX114" fmla="*/ 7263220 w 12192000"/>
                  <a:gd name="connsiteY114" fmla="*/ 2386709 h 3176298"/>
                  <a:gd name="connsiteX115" fmla="*/ 7375428 w 12192000"/>
                  <a:gd name="connsiteY115" fmla="*/ 2372803 h 3176298"/>
                  <a:gd name="connsiteX116" fmla="*/ 7445916 w 12192000"/>
                  <a:gd name="connsiteY116" fmla="*/ 2365945 h 3176298"/>
                  <a:gd name="connsiteX117" fmla="*/ 7526880 w 12192000"/>
                  <a:gd name="connsiteY117" fmla="*/ 2355084 h 3176298"/>
                  <a:gd name="connsiteX118" fmla="*/ 7619655 w 12192000"/>
                  <a:gd name="connsiteY118" fmla="*/ 2348226 h 3176298"/>
                  <a:gd name="connsiteX119" fmla="*/ 7788636 w 12192000"/>
                  <a:gd name="connsiteY119" fmla="*/ 2327461 h 3176298"/>
                  <a:gd name="connsiteX120" fmla="*/ 7952280 w 12192000"/>
                  <a:gd name="connsiteY120" fmla="*/ 2305935 h 3176298"/>
                  <a:gd name="connsiteX121" fmla="*/ 8019339 w 12192000"/>
                  <a:gd name="connsiteY121" fmla="*/ 2286884 h 3176298"/>
                  <a:gd name="connsiteX122" fmla="*/ 8137835 w 12192000"/>
                  <a:gd name="connsiteY122" fmla="*/ 2259832 h 3176298"/>
                  <a:gd name="connsiteX123" fmla="*/ 8189651 w 12192000"/>
                  <a:gd name="connsiteY123" fmla="*/ 2243639 h 3176298"/>
                  <a:gd name="connsiteX124" fmla="*/ 8313671 w 12192000"/>
                  <a:gd name="connsiteY124" fmla="*/ 2209920 h 3176298"/>
                  <a:gd name="connsiteX125" fmla="*/ 8459979 w 12192000"/>
                  <a:gd name="connsiteY125" fmla="*/ 2158864 h 3176298"/>
                  <a:gd name="connsiteX126" fmla="*/ 8516369 w 12192000"/>
                  <a:gd name="connsiteY126" fmla="*/ 2144003 h 3176298"/>
                  <a:gd name="connsiteX127" fmla="*/ 8657726 w 12192000"/>
                  <a:gd name="connsiteY127" fmla="*/ 2106284 h 3176298"/>
                  <a:gd name="connsiteX128" fmla="*/ 8711448 w 12192000"/>
                  <a:gd name="connsiteY128" fmla="*/ 2098664 h 3176298"/>
                  <a:gd name="connsiteX129" fmla="*/ 8772219 w 12192000"/>
                  <a:gd name="connsiteY129" fmla="*/ 2082280 h 3176298"/>
                  <a:gd name="connsiteX130" fmla="*/ 8845565 w 12192000"/>
                  <a:gd name="connsiteY130" fmla="*/ 2053705 h 3176298"/>
                  <a:gd name="connsiteX131" fmla="*/ 8967871 w 12192000"/>
                  <a:gd name="connsiteY131" fmla="*/ 2011221 h 3176298"/>
                  <a:gd name="connsiteX132" fmla="*/ 9015878 w 12192000"/>
                  <a:gd name="connsiteY132" fmla="*/ 2001124 h 3176298"/>
                  <a:gd name="connsiteX133" fmla="*/ 9234579 w 12192000"/>
                  <a:gd name="connsiteY133" fmla="*/ 1935209 h 3176298"/>
                  <a:gd name="connsiteX134" fmla="*/ 9346597 w 12192000"/>
                  <a:gd name="connsiteY134" fmla="*/ 1896917 h 3176298"/>
                  <a:gd name="connsiteX135" fmla="*/ 9416321 w 12192000"/>
                  <a:gd name="connsiteY135" fmla="*/ 1880724 h 3176298"/>
                  <a:gd name="connsiteX136" fmla="*/ 9477283 w 12192000"/>
                  <a:gd name="connsiteY136" fmla="*/ 1856149 h 3176298"/>
                  <a:gd name="connsiteX137" fmla="*/ 9666265 w 12192000"/>
                  <a:gd name="connsiteY137" fmla="*/ 1787186 h 3176298"/>
                  <a:gd name="connsiteX138" fmla="*/ 9754088 w 12192000"/>
                  <a:gd name="connsiteY138" fmla="*/ 1741464 h 3176298"/>
                  <a:gd name="connsiteX139" fmla="*/ 9899446 w 12192000"/>
                  <a:gd name="connsiteY139" fmla="*/ 1656880 h 3176298"/>
                  <a:gd name="connsiteX140" fmla="*/ 9993175 w 12192000"/>
                  <a:gd name="connsiteY140" fmla="*/ 1576487 h 3176298"/>
                  <a:gd name="connsiteX141" fmla="*/ 10044230 w 12192000"/>
                  <a:gd name="connsiteY141" fmla="*/ 1540480 h 3176298"/>
                  <a:gd name="connsiteX142" fmla="*/ 10131863 w 12192000"/>
                  <a:gd name="connsiteY142" fmla="*/ 1485613 h 3176298"/>
                  <a:gd name="connsiteX143" fmla="*/ 10242357 w 12192000"/>
                  <a:gd name="connsiteY143" fmla="*/ 1410555 h 3176298"/>
                  <a:gd name="connsiteX144" fmla="*/ 10363709 w 12192000"/>
                  <a:gd name="connsiteY144" fmla="*/ 1359499 h 3176298"/>
                  <a:gd name="connsiteX145" fmla="*/ 10428291 w 12192000"/>
                  <a:gd name="connsiteY145" fmla="*/ 1314920 h 3176298"/>
                  <a:gd name="connsiteX146" fmla="*/ 10490969 w 12192000"/>
                  <a:gd name="connsiteY146" fmla="*/ 1267104 h 3176298"/>
                  <a:gd name="connsiteX147" fmla="*/ 10523354 w 12192000"/>
                  <a:gd name="connsiteY147" fmla="*/ 1238337 h 3176298"/>
                  <a:gd name="connsiteX148" fmla="*/ 10590031 w 12192000"/>
                  <a:gd name="connsiteY148" fmla="*/ 1191664 h 3176298"/>
                  <a:gd name="connsiteX149" fmla="*/ 10656519 w 12192000"/>
                  <a:gd name="connsiteY149" fmla="*/ 1156038 h 3176298"/>
                  <a:gd name="connsiteX150" fmla="*/ 10703573 w 12192000"/>
                  <a:gd name="connsiteY150" fmla="*/ 1120603 h 3176298"/>
                  <a:gd name="connsiteX151" fmla="*/ 10764534 w 12192000"/>
                  <a:gd name="connsiteY151" fmla="*/ 1067643 h 3176298"/>
                  <a:gd name="connsiteX152" fmla="*/ 10850453 w 12192000"/>
                  <a:gd name="connsiteY152" fmla="*/ 1014301 h 3176298"/>
                  <a:gd name="connsiteX153" fmla="*/ 10929704 w 12192000"/>
                  <a:gd name="connsiteY153" fmla="*/ 980201 h 3176298"/>
                  <a:gd name="connsiteX154" fmla="*/ 10967423 w 12192000"/>
                  <a:gd name="connsiteY154" fmla="*/ 930289 h 3176298"/>
                  <a:gd name="connsiteX155" fmla="*/ 11058869 w 12192000"/>
                  <a:gd name="connsiteY155" fmla="*/ 838084 h 3176298"/>
                  <a:gd name="connsiteX156" fmla="*/ 11172600 w 12192000"/>
                  <a:gd name="connsiteY156" fmla="*/ 762834 h 3176298"/>
                  <a:gd name="connsiteX157" fmla="*/ 11275283 w 12192000"/>
                  <a:gd name="connsiteY157" fmla="*/ 673676 h 3176298"/>
                  <a:gd name="connsiteX158" fmla="*/ 11320623 w 12192000"/>
                  <a:gd name="connsiteY158" fmla="*/ 639195 h 3176298"/>
                  <a:gd name="connsiteX159" fmla="*/ 11374346 w 12192000"/>
                  <a:gd name="connsiteY159" fmla="*/ 601664 h 3176298"/>
                  <a:gd name="connsiteX160" fmla="*/ 11448453 w 12192000"/>
                  <a:gd name="connsiteY160" fmla="*/ 567755 h 3176298"/>
                  <a:gd name="connsiteX161" fmla="*/ 11532275 w 12192000"/>
                  <a:gd name="connsiteY161" fmla="*/ 522605 h 3176298"/>
                  <a:gd name="connsiteX162" fmla="*/ 11562947 w 12192000"/>
                  <a:gd name="connsiteY162" fmla="*/ 486598 h 3176298"/>
                  <a:gd name="connsiteX163" fmla="*/ 11672489 w 12192000"/>
                  <a:gd name="connsiteY163" fmla="*/ 335337 h 3176298"/>
                  <a:gd name="connsiteX164" fmla="*/ 11821656 w 12192000"/>
                  <a:gd name="connsiteY164" fmla="*/ 207889 h 3176298"/>
                  <a:gd name="connsiteX165" fmla="*/ 11986443 w 12192000"/>
                  <a:gd name="connsiteY165" fmla="*/ 104824 h 3176298"/>
                  <a:gd name="connsiteX166" fmla="*/ 12026448 w 12192000"/>
                  <a:gd name="connsiteY166" fmla="*/ 88821 h 3176298"/>
                  <a:gd name="connsiteX167" fmla="*/ 12160947 w 12192000"/>
                  <a:gd name="connsiteY167" fmla="*/ 28621 h 3176298"/>
                  <a:gd name="connsiteX168" fmla="*/ 12192000 w 12192000"/>
                  <a:gd name="connsiteY168" fmla="*/ 0 h 31762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</a:cxnLst>
                <a:rect l="l" t="t" r="r" b="b"/>
                <a:pathLst>
                  <a:path w="12192000" h="3176298">
                    <a:moveTo>
                      <a:pt x="12192000" y="0"/>
                    </a:moveTo>
                    <a:lnTo>
                      <a:pt x="12192000" y="3176298"/>
                    </a:lnTo>
                    <a:lnTo>
                      <a:pt x="0" y="3176298"/>
                    </a:lnTo>
                    <a:lnTo>
                      <a:pt x="0" y="2264980"/>
                    </a:lnTo>
                    <a:lnTo>
                      <a:pt x="544" y="2264980"/>
                    </a:lnTo>
                    <a:lnTo>
                      <a:pt x="544" y="2392219"/>
                    </a:lnTo>
                    <a:lnTo>
                      <a:pt x="61197" y="2387448"/>
                    </a:lnTo>
                    <a:cubicBezTo>
                      <a:pt x="80794" y="2382137"/>
                      <a:pt x="99990" y="2374707"/>
                      <a:pt x="119613" y="2369945"/>
                    </a:cubicBezTo>
                    <a:cubicBezTo>
                      <a:pt x="137898" y="2365563"/>
                      <a:pt x="155046" y="2355466"/>
                      <a:pt x="172384" y="2347084"/>
                    </a:cubicBezTo>
                    <a:cubicBezTo>
                      <a:pt x="205529" y="2331082"/>
                      <a:pt x="240965" y="2341178"/>
                      <a:pt x="274873" y="2336988"/>
                    </a:cubicBezTo>
                    <a:cubicBezTo>
                      <a:pt x="285732" y="2335653"/>
                      <a:pt x="296590" y="2334130"/>
                      <a:pt x="307259" y="2331461"/>
                    </a:cubicBezTo>
                    <a:cubicBezTo>
                      <a:pt x="336408" y="2324413"/>
                      <a:pt x="366127" y="2318317"/>
                      <a:pt x="394511" y="2308601"/>
                    </a:cubicBezTo>
                    <a:cubicBezTo>
                      <a:pt x="426709" y="2297743"/>
                      <a:pt x="457572" y="2283264"/>
                      <a:pt x="494337" y="2268213"/>
                    </a:cubicBezTo>
                    <a:cubicBezTo>
                      <a:pt x="507102" y="2272024"/>
                      <a:pt x="526724" y="2282312"/>
                      <a:pt x="546917" y="2283264"/>
                    </a:cubicBezTo>
                    <a:cubicBezTo>
                      <a:pt x="611880" y="2286503"/>
                      <a:pt x="672650" y="2268786"/>
                      <a:pt x="730754" y="2240780"/>
                    </a:cubicBezTo>
                    <a:cubicBezTo>
                      <a:pt x="748471" y="2232399"/>
                      <a:pt x="767524" y="2226874"/>
                      <a:pt x="785432" y="2218682"/>
                    </a:cubicBezTo>
                    <a:cubicBezTo>
                      <a:pt x="791717" y="2215826"/>
                      <a:pt x="799909" y="2209730"/>
                      <a:pt x="801053" y="2204013"/>
                    </a:cubicBezTo>
                    <a:cubicBezTo>
                      <a:pt x="807719" y="2170866"/>
                      <a:pt x="832486" y="2171436"/>
                      <a:pt x="858205" y="2169532"/>
                    </a:cubicBezTo>
                    <a:cubicBezTo>
                      <a:pt x="888877" y="2167247"/>
                      <a:pt x="919165" y="2161912"/>
                      <a:pt x="949646" y="2157340"/>
                    </a:cubicBezTo>
                    <a:cubicBezTo>
                      <a:pt x="953648" y="2156768"/>
                      <a:pt x="957266" y="2152768"/>
                      <a:pt x="960887" y="2150099"/>
                    </a:cubicBezTo>
                    <a:cubicBezTo>
                      <a:pt x="966411" y="2146099"/>
                      <a:pt x="971554" y="2140003"/>
                      <a:pt x="977653" y="2138480"/>
                    </a:cubicBezTo>
                    <a:cubicBezTo>
                      <a:pt x="1008894" y="2131049"/>
                      <a:pt x="1040327" y="2124763"/>
                      <a:pt x="1071762" y="2117905"/>
                    </a:cubicBezTo>
                    <a:cubicBezTo>
                      <a:pt x="1078810" y="2116380"/>
                      <a:pt x="1086048" y="2114476"/>
                      <a:pt x="1092527" y="2111428"/>
                    </a:cubicBezTo>
                    <a:cubicBezTo>
                      <a:pt x="1098623" y="2108570"/>
                      <a:pt x="1103767" y="2103616"/>
                      <a:pt x="1109865" y="2100568"/>
                    </a:cubicBezTo>
                    <a:cubicBezTo>
                      <a:pt x="1126437" y="2092378"/>
                      <a:pt x="1143394" y="2084757"/>
                      <a:pt x="1162823" y="2075613"/>
                    </a:cubicBezTo>
                    <a:cubicBezTo>
                      <a:pt x="1173681" y="2092757"/>
                      <a:pt x="1188354" y="2083041"/>
                      <a:pt x="1206641" y="2074851"/>
                    </a:cubicBezTo>
                    <a:cubicBezTo>
                      <a:pt x="1225310" y="2066468"/>
                      <a:pt x="1246837" y="2063801"/>
                      <a:pt x="1267411" y="2060753"/>
                    </a:cubicBezTo>
                    <a:cubicBezTo>
                      <a:pt x="1305132" y="2055228"/>
                      <a:pt x="1343044" y="2051799"/>
                      <a:pt x="1380762" y="2046847"/>
                    </a:cubicBezTo>
                    <a:cubicBezTo>
                      <a:pt x="1388765" y="2045703"/>
                      <a:pt x="1397909" y="2043608"/>
                      <a:pt x="1404006" y="2038844"/>
                    </a:cubicBezTo>
                    <a:cubicBezTo>
                      <a:pt x="1445725" y="2006839"/>
                      <a:pt x="1496403" y="1997887"/>
                      <a:pt x="1544598" y="2000932"/>
                    </a:cubicBezTo>
                    <a:cubicBezTo>
                      <a:pt x="1582510" y="2003220"/>
                      <a:pt x="1619658" y="2004935"/>
                      <a:pt x="1657188" y="2001697"/>
                    </a:cubicBezTo>
                    <a:cubicBezTo>
                      <a:pt x="1660046" y="2001505"/>
                      <a:pt x="1663856" y="2001887"/>
                      <a:pt x="1665950" y="2003411"/>
                    </a:cubicBezTo>
                    <a:cubicBezTo>
                      <a:pt x="1678904" y="2013507"/>
                      <a:pt x="1692431" y="2014269"/>
                      <a:pt x="1709006" y="2015983"/>
                    </a:cubicBezTo>
                    <a:cubicBezTo>
                      <a:pt x="1732439" y="2018461"/>
                      <a:pt x="1753965" y="2016745"/>
                      <a:pt x="1775684" y="2012555"/>
                    </a:cubicBezTo>
                    <a:cubicBezTo>
                      <a:pt x="1791496" y="2009507"/>
                      <a:pt x="1807497" y="2003220"/>
                      <a:pt x="1821596" y="1995218"/>
                    </a:cubicBezTo>
                    <a:cubicBezTo>
                      <a:pt x="1841216" y="1983978"/>
                      <a:pt x="1860079" y="1979597"/>
                      <a:pt x="1878748" y="1994457"/>
                    </a:cubicBezTo>
                    <a:cubicBezTo>
                      <a:pt x="1898940" y="2010269"/>
                      <a:pt x="1921800" y="2004745"/>
                      <a:pt x="1944092" y="2005315"/>
                    </a:cubicBezTo>
                    <a:cubicBezTo>
                      <a:pt x="1953806" y="2005507"/>
                      <a:pt x="1964094" y="2005124"/>
                      <a:pt x="1973429" y="2007601"/>
                    </a:cubicBezTo>
                    <a:cubicBezTo>
                      <a:pt x="2000479" y="2014651"/>
                      <a:pt x="2026581" y="2025320"/>
                      <a:pt x="2054013" y="2030082"/>
                    </a:cubicBezTo>
                    <a:cubicBezTo>
                      <a:pt x="2069254" y="2032747"/>
                      <a:pt x="2086208" y="2027986"/>
                      <a:pt x="2102021" y="2024557"/>
                    </a:cubicBezTo>
                    <a:cubicBezTo>
                      <a:pt x="2118023" y="2020937"/>
                      <a:pt x="2133834" y="2015413"/>
                      <a:pt x="2149267" y="2009697"/>
                    </a:cubicBezTo>
                    <a:cubicBezTo>
                      <a:pt x="2159743" y="2005887"/>
                      <a:pt x="2171173" y="2002267"/>
                      <a:pt x="2179556" y="1995409"/>
                    </a:cubicBezTo>
                    <a:cubicBezTo>
                      <a:pt x="2198608" y="1979788"/>
                      <a:pt x="2218229" y="1977120"/>
                      <a:pt x="2240710" y="1985312"/>
                    </a:cubicBezTo>
                    <a:cubicBezTo>
                      <a:pt x="2244137" y="1986647"/>
                      <a:pt x="2248138" y="1986647"/>
                      <a:pt x="2251948" y="1986836"/>
                    </a:cubicBezTo>
                    <a:cubicBezTo>
                      <a:pt x="2312915" y="1990836"/>
                      <a:pt x="2373874" y="1993314"/>
                      <a:pt x="2434456" y="1999410"/>
                    </a:cubicBezTo>
                    <a:cubicBezTo>
                      <a:pt x="2459029" y="2001887"/>
                      <a:pt x="2482652" y="2012745"/>
                      <a:pt x="2506847" y="2019603"/>
                    </a:cubicBezTo>
                    <a:cubicBezTo>
                      <a:pt x="2511800" y="2020937"/>
                      <a:pt x="2517327" y="2023033"/>
                      <a:pt x="2522279" y="2022080"/>
                    </a:cubicBezTo>
                    <a:cubicBezTo>
                      <a:pt x="2576191" y="2012555"/>
                      <a:pt x="2626677" y="2026461"/>
                      <a:pt x="2676398" y="2044751"/>
                    </a:cubicBezTo>
                    <a:cubicBezTo>
                      <a:pt x="2681540" y="2046656"/>
                      <a:pt x="2687827" y="2046084"/>
                      <a:pt x="2693543" y="2045703"/>
                    </a:cubicBezTo>
                    <a:cubicBezTo>
                      <a:pt x="2709548" y="2044370"/>
                      <a:pt x="2726882" y="2037701"/>
                      <a:pt x="2741360" y="2041701"/>
                    </a:cubicBezTo>
                    <a:cubicBezTo>
                      <a:pt x="2779842" y="2052753"/>
                      <a:pt x="2817943" y="2066087"/>
                      <a:pt x="2854140" y="2082851"/>
                    </a:cubicBezTo>
                    <a:cubicBezTo>
                      <a:pt x="2890910" y="2099805"/>
                      <a:pt x="2925008" y="2114095"/>
                      <a:pt x="2967110" y="2096949"/>
                    </a:cubicBezTo>
                    <a:cubicBezTo>
                      <a:pt x="2985016" y="2089709"/>
                      <a:pt x="3008639" y="2094853"/>
                      <a:pt x="3029216" y="2096757"/>
                    </a:cubicBezTo>
                    <a:cubicBezTo>
                      <a:pt x="3044264" y="2098282"/>
                      <a:pt x="3058743" y="2106856"/>
                      <a:pt x="3073604" y="2106856"/>
                    </a:cubicBezTo>
                    <a:cubicBezTo>
                      <a:pt x="3113231" y="2106856"/>
                      <a:pt x="3148472" y="2116953"/>
                      <a:pt x="3182763" y="2137527"/>
                    </a:cubicBezTo>
                    <a:cubicBezTo>
                      <a:pt x="3196102" y="2145528"/>
                      <a:pt x="3216867" y="2140193"/>
                      <a:pt x="3234202" y="2142289"/>
                    </a:cubicBezTo>
                    <a:cubicBezTo>
                      <a:pt x="3252492" y="2144765"/>
                      <a:pt x="3271348" y="2147051"/>
                      <a:pt x="3288877" y="2152578"/>
                    </a:cubicBezTo>
                    <a:cubicBezTo>
                      <a:pt x="3334216" y="2167056"/>
                      <a:pt x="3378986" y="2183439"/>
                      <a:pt x="3424135" y="2198680"/>
                    </a:cubicBezTo>
                    <a:cubicBezTo>
                      <a:pt x="3461282" y="2211253"/>
                      <a:pt x="3497862" y="2201347"/>
                      <a:pt x="3534629" y="2196013"/>
                    </a:cubicBezTo>
                    <a:cubicBezTo>
                      <a:pt x="3557682" y="2192583"/>
                      <a:pt x="3579206" y="2184391"/>
                      <a:pt x="3605116" y="2196583"/>
                    </a:cubicBezTo>
                    <a:cubicBezTo>
                      <a:pt x="3629882" y="2208205"/>
                      <a:pt x="3661315" y="2205537"/>
                      <a:pt x="3689131" y="2211824"/>
                    </a:cubicBezTo>
                    <a:cubicBezTo>
                      <a:pt x="3712565" y="2217157"/>
                      <a:pt x="3735231" y="2225732"/>
                      <a:pt x="3757902" y="2234114"/>
                    </a:cubicBezTo>
                    <a:cubicBezTo>
                      <a:pt x="3788766" y="2245545"/>
                      <a:pt x="3819245" y="2257545"/>
                      <a:pt x="3852966" y="2251831"/>
                    </a:cubicBezTo>
                    <a:cubicBezTo>
                      <a:pt x="3891259" y="2245353"/>
                      <a:pt x="3917546" y="2269738"/>
                      <a:pt x="3947648" y="2285932"/>
                    </a:cubicBezTo>
                    <a:cubicBezTo>
                      <a:pt x="3968414" y="2296980"/>
                      <a:pt x="3991083" y="2305172"/>
                      <a:pt x="4013753" y="2312031"/>
                    </a:cubicBezTo>
                    <a:cubicBezTo>
                      <a:pt x="4044043" y="2320985"/>
                      <a:pt x="4075285" y="2326320"/>
                      <a:pt x="4105766" y="2335082"/>
                    </a:cubicBezTo>
                    <a:cubicBezTo>
                      <a:pt x="4151870" y="2348226"/>
                      <a:pt x="4198546" y="2358514"/>
                      <a:pt x="4246551" y="2351274"/>
                    </a:cubicBezTo>
                    <a:cubicBezTo>
                      <a:pt x="4268649" y="2348036"/>
                      <a:pt x="4289227" y="2348226"/>
                      <a:pt x="4311323" y="2352991"/>
                    </a:cubicBezTo>
                    <a:cubicBezTo>
                      <a:pt x="4347518" y="2360801"/>
                      <a:pt x="4384668" y="2361753"/>
                      <a:pt x="4413817" y="2390899"/>
                    </a:cubicBezTo>
                    <a:cubicBezTo>
                      <a:pt x="4424104" y="2401188"/>
                      <a:pt x="4442581" y="2403853"/>
                      <a:pt x="4457632" y="2409188"/>
                    </a:cubicBezTo>
                    <a:cubicBezTo>
                      <a:pt x="4474969" y="2415476"/>
                      <a:pt x="4487731" y="2412236"/>
                      <a:pt x="4497068" y="2393947"/>
                    </a:cubicBezTo>
                    <a:cubicBezTo>
                      <a:pt x="4501257" y="2385757"/>
                      <a:pt x="4513260" y="2377755"/>
                      <a:pt x="4522596" y="2376421"/>
                    </a:cubicBezTo>
                    <a:cubicBezTo>
                      <a:pt x="4550599" y="2372421"/>
                      <a:pt x="4576318" y="2378327"/>
                      <a:pt x="4603368" y="2391282"/>
                    </a:cubicBezTo>
                    <a:cubicBezTo>
                      <a:pt x="4628705" y="2403474"/>
                      <a:pt x="4660331" y="2402140"/>
                      <a:pt x="4689098" y="2406903"/>
                    </a:cubicBezTo>
                    <a:cubicBezTo>
                      <a:pt x="4699289" y="2408618"/>
                      <a:pt x="4709482" y="2411237"/>
                      <a:pt x="4719697" y="2413428"/>
                    </a:cubicBezTo>
                    <a:lnTo>
                      <a:pt x="4726469" y="2414298"/>
                    </a:lnTo>
                    <a:lnTo>
                      <a:pt x="4785776" y="2414298"/>
                    </a:lnTo>
                    <a:lnTo>
                      <a:pt x="4788661" y="2414047"/>
                    </a:lnTo>
                    <a:cubicBezTo>
                      <a:pt x="4801401" y="2412237"/>
                      <a:pt x="4814166" y="2410142"/>
                      <a:pt x="4827024" y="2408999"/>
                    </a:cubicBezTo>
                    <a:cubicBezTo>
                      <a:pt x="4847027" y="2407095"/>
                      <a:pt x="4867412" y="2407856"/>
                      <a:pt x="4887415" y="2405570"/>
                    </a:cubicBezTo>
                    <a:cubicBezTo>
                      <a:pt x="4903799" y="2403853"/>
                      <a:pt x="4919991" y="2399474"/>
                      <a:pt x="4936184" y="2395853"/>
                    </a:cubicBezTo>
                    <a:cubicBezTo>
                      <a:pt x="4942089" y="2394520"/>
                      <a:pt x="4947996" y="2389376"/>
                      <a:pt x="4953328" y="2390138"/>
                    </a:cubicBezTo>
                    <a:cubicBezTo>
                      <a:pt x="5006292" y="2398330"/>
                      <a:pt x="5044391" y="2361753"/>
                      <a:pt x="5089162" y="2345560"/>
                    </a:cubicBezTo>
                    <a:cubicBezTo>
                      <a:pt x="5136216" y="2328413"/>
                      <a:pt x="5181748" y="2302124"/>
                      <a:pt x="5234326" y="2309935"/>
                    </a:cubicBezTo>
                    <a:cubicBezTo>
                      <a:pt x="5266141" y="2314697"/>
                      <a:pt x="5296812" y="2325747"/>
                      <a:pt x="5328438" y="2332416"/>
                    </a:cubicBezTo>
                    <a:cubicBezTo>
                      <a:pt x="5339677" y="2334701"/>
                      <a:pt x="5352250" y="2334320"/>
                      <a:pt x="5363491" y="2332034"/>
                    </a:cubicBezTo>
                    <a:cubicBezTo>
                      <a:pt x="5417784" y="2321555"/>
                      <a:pt x="5471316" y="2320032"/>
                      <a:pt x="5524660" y="2337178"/>
                    </a:cubicBezTo>
                    <a:cubicBezTo>
                      <a:pt x="5533802" y="2340036"/>
                      <a:pt x="5543518" y="2342701"/>
                      <a:pt x="5553045" y="2342701"/>
                    </a:cubicBezTo>
                    <a:cubicBezTo>
                      <a:pt x="5605244" y="2342701"/>
                      <a:pt x="5656488" y="2338701"/>
                      <a:pt x="5706401" y="2320032"/>
                    </a:cubicBezTo>
                    <a:cubicBezTo>
                      <a:pt x="5723166" y="2313745"/>
                      <a:pt x="5743551" y="2317745"/>
                      <a:pt x="5762029" y="2316221"/>
                    </a:cubicBezTo>
                    <a:cubicBezTo>
                      <a:pt x="5779174" y="2314889"/>
                      <a:pt x="5796702" y="2314317"/>
                      <a:pt x="5813276" y="2309935"/>
                    </a:cubicBezTo>
                    <a:cubicBezTo>
                      <a:pt x="5837472" y="2303459"/>
                      <a:pt x="5859949" y="2302697"/>
                      <a:pt x="5884906" y="2308411"/>
                    </a:cubicBezTo>
                    <a:cubicBezTo>
                      <a:pt x="5908719" y="2313745"/>
                      <a:pt x="5934438" y="2311079"/>
                      <a:pt x="5959204" y="2311269"/>
                    </a:cubicBezTo>
                    <a:cubicBezTo>
                      <a:pt x="5986828" y="2311459"/>
                      <a:pt x="6014449" y="2311649"/>
                      <a:pt x="6042072" y="2310697"/>
                    </a:cubicBezTo>
                    <a:cubicBezTo>
                      <a:pt x="6053124" y="2310317"/>
                      <a:pt x="6065695" y="2302697"/>
                      <a:pt x="6074842" y="2305745"/>
                    </a:cubicBezTo>
                    <a:cubicBezTo>
                      <a:pt x="6104368" y="2316031"/>
                      <a:pt x="6133897" y="2303649"/>
                      <a:pt x="6163425" y="2309172"/>
                    </a:cubicBezTo>
                    <a:cubicBezTo>
                      <a:pt x="6177905" y="2312031"/>
                      <a:pt x="6194288" y="2304220"/>
                      <a:pt x="6209909" y="2303459"/>
                    </a:cubicBezTo>
                    <a:cubicBezTo>
                      <a:pt x="6235437" y="2302124"/>
                      <a:pt x="6260964" y="2302697"/>
                      <a:pt x="6286493" y="2302315"/>
                    </a:cubicBezTo>
                    <a:cubicBezTo>
                      <a:pt x="6294876" y="2302124"/>
                      <a:pt x="6303068" y="2301362"/>
                      <a:pt x="6311449" y="2300980"/>
                    </a:cubicBezTo>
                    <a:cubicBezTo>
                      <a:pt x="6318880" y="2300601"/>
                      <a:pt x="6326691" y="2298887"/>
                      <a:pt x="6333739" y="2300218"/>
                    </a:cubicBezTo>
                    <a:cubicBezTo>
                      <a:pt x="6359268" y="2304983"/>
                      <a:pt x="6384414" y="2312793"/>
                      <a:pt x="6410131" y="2315841"/>
                    </a:cubicBezTo>
                    <a:cubicBezTo>
                      <a:pt x="6432420" y="2318507"/>
                      <a:pt x="6455472" y="2314889"/>
                      <a:pt x="6477951" y="2316793"/>
                    </a:cubicBezTo>
                    <a:cubicBezTo>
                      <a:pt x="6517576" y="2320032"/>
                      <a:pt x="6557201" y="2325747"/>
                      <a:pt x="6596828" y="2329368"/>
                    </a:cubicBezTo>
                    <a:cubicBezTo>
                      <a:pt x="6605401" y="2330130"/>
                      <a:pt x="6614353" y="2325365"/>
                      <a:pt x="6623118" y="2324985"/>
                    </a:cubicBezTo>
                    <a:cubicBezTo>
                      <a:pt x="6650551" y="2324033"/>
                      <a:pt x="6677984" y="2323841"/>
                      <a:pt x="6705417" y="2323272"/>
                    </a:cubicBezTo>
                    <a:cubicBezTo>
                      <a:pt x="6721038" y="2323080"/>
                      <a:pt x="6736851" y="2323651"/>
                      <a:pt x="6752283" y="2321937"/>
                    </a:cubicBezTo>
                    <a:cubicBezTo>
                      <a:pt x="6772665" y="2319651"/>
                      <a:pt x="6791144" y="2316221"/>
                      <a:pt x="6810195" y="2331082"/>
                    </a:cubicBezTo>
                    <a:cubicBezTo>
                      <a:pt x="6839534" y="2354132"/>
                      <a:pt x="6876872" y="2345178"/>
                      <a:pt x="6910782" y="2350512"/>
                    </a:cubicBezTo>
                    <a:cubicBezTo>
                      <a:pt x="6919547" y="2351847"/>
                      <a:pt x="6928501" y="2352036"/>
                      <a:pt x="6937263" y="2353561"/>
                    </a:cubicBezTo>
                    <a:cubicBezTo>
                      <a:pt x="6953457" y="2356418"/>
                      <a:pt x="6969457" y="2359657"/>
                      <a:pt x="6985653" y="2362897"/>
                    </a:cubicBezTo>
                    <a:cubicBezTo>
                      <a:pt x="6988509" y="2363467"/>
                      <a:pt x="6991747" y="2363659"/>
                      <a:pt x="6994415" y="2364611"/>
                    </a:cubicBezTo>
                    <a:cubicBezTo>
                      <a:pt x="7018991" y="2372611"/>
                      <a:pt x="7043184" y="2381755"/>
                      <a:pt x="7068141" y="2388234"/>
                    </a:cubicBezTo>
                    <a:cubicBezTo>
                      <a:pt x="7080334" y="2391472"/>
                      <a:pt x="7093860" y="2391853"/>
                      <a:pt x="7106432" y="2390138"/>
                    </a:cubicBezTo>
                    <a:cubicBezTo>
                      <a:pt x="7143199" y="2385185"/>
                      <a:pt x="7179587" y="2383089"/>
                      <a:pt x="7216547" y="2390330"/>
                    </a:cubicBezTo>
                    <a:cubicBezTo>
                      <a:pt x="7231214" y="2393186"/>
                      <a:pt x="7247599" y="2388424"/>
                      <a:pt x="7263220" y="2386709"/>
                    </a:cubicBezTo>
                    <a:cubicBezTo>
                      <a:pt x="7300559" y="2382137"/>
                      <a:pt x="7337899" y="2377183"/>
                      <a:pt x="7375428" y="2372803"/>
                    </a:cubicBezTo>
                    <a:cubicBezTo>
                      <a:pt x="7398860" y="2370135"/>
                      <a:pt x="7422483" y="2368611"/>
                      <a:pt x="7445916" y="2365945"/>
                    </a:cubicBezTo>
                    <a:cubicBezTo>
                      <a:pt x="7472967" y="2362705"/>
                      <a:pt x="7499828" y="2357753"/>
                      <a:pt x="7526880" y="2355084"/>
                    </a:cubicBezTo>
                    <a:cubicBezTo>
                      <a:pt x="7557742" y="2352036"/>
                      <a:pt x="7588795" y="2351466"/>
                      <a:pt x="7619655" y="2348226"/>
                    </a:cubicBezTo>
                    <a:cubicBezTo>
                      <a:pt x="7676047" y="2341940"/>
                      <a:pt x="7732247" y="2334509"/>
                      <a:pt x="7788636" y="2327461"/>
                    </a:cubicBezTo>
                    <a:cubicBezTo>
                      <a:pt x="7843311" y="2320603"/>
                      <a:pt x="7897987" y="2314507"/>
                      <a:pt x="7952280" y="2305935"/>
                    </a:cubicBezTo>
                    <a:cubicBezTo>
                      <a:pt x="7975142" y="2302315"/>
                      <a:pt x="7996859" y="2292408"/>
                      <a:pt x="8019339" y="2286884"/>
                    </a:cubicBezTo>
                    <a:cubicBezTo>
                      <a:pt x="8058774" y="2277357"/>
                      <a:pt x="8098590" y="2269357"/>
                      <a:pt x="8137835" y="2259832"/>
                    </a:cubicBezTo>
                    <a:cubicBezTo>
                      <a:pt x="8155359" y="2255641"/>
                      <a:pt x="8172124" y="2248593"/>
                      <a:pt x="8189651" y="2243639"/>
                    </a:cubicBezTo>
                    <a:cubicBezTo>
                      <a:pt x="8230992" y="2232208"/>
                      <a:pt x="8272903" y="2222874"/>
                      <a:pt x="8313671" y="2209920"/>
                    </a:cubicBezTo>
                    <a:cubicBezTo>
                      <a:pt x="8362822" y="2194297"/>
                      <a:pt x="8411019" y="2175439"/>
                      <a:pt x="8459979" y="2158864"/>
                    </a:cubicBezTo>
                    <a:cubicBezTo>
                      <a:pt x="8478269" y="2152578"/>
                      <a:pt x="8497511" y="2148957"/>
                      <a:pt x="8516369" y="2144003"/>
                    </a:cubicBezTo>
                    <a:cubicBezTo>
                      <a:pt x="8563425" y="2131431"/>
                      <a:pt x="8610288" y="2118095"/>
                      <a:pt x="8657726" y="2106284"/>
                    </a:cubicBezTo>
                    <a:cubicBezTo>
                      <a:pt x="8675253" y="2101901"/>
                      <a:pt x="8693731" y="2102284"/>
                      <a:pt x="8711448" y="2098664"/>
                    </a:cubicBezTo>
                    <a:cubicBezTo>
                      <a:pt x="8732023" y="2094472"/>
                      <a:pt x="8752407" y="2089138"/>
                      <a:pt x="8772219" y="2082280"/>
                    </a:cubicBezTo>
                    <a:cubicBezTo>
                      <a:pt x="8796985" y="2073707"/>
                      <a:pt x="8820990" y="2062659"/>
                      <a:pt x="8845565" y="2053705"/>
                    </a:cubicBezTo>
                    <a:cubicBezTo>
                      <a:pt x="8886142" y="2039034"/>
                      <a:pt x="8926911" y="2024557"/>
                      <a:pt x="8967871" y="2011221"/>
                    </a:cubicBezTo>
                    <a:cubicBezTo>
                      <a:pt x="8983301" y="2006268"/>
                      <a:pt x="9000257" y="2005697"/>
                      <a:pt x="9015878" y="2001124"/>
                    </a:cubicBezTo>
                    <a:cubicBezTo>
                      <a:pt x="9088840" y="1979597"/>
                      <a:pt x="9161805" y="1957880"/>
                      <a:pt x="9234579" y="1935209"/>
                    </a:cubicBezTo>
                    <a:cubicBezTo>
                      <a:pt x="9272298" y="1923399"/>
                      <a:pt x="9308875" y="1908538"/>
                      <a:pt x="9346597" y="1896917"/>
                    </a:cubicBezTo>
                    <a:cubicBezTo>
                      <a:pt x="9369267" y="1889869"/>
                      <a:pt x="9393650" y="1887773"/>
                      <a:pt x="9416321" y="1880724"/>
                    </a:cubicBezTo>
                    <a:cubicBezTo>
                      <a:pt x="9437278" y="1874247"/>
                      <a:pt x="9456709" y="1863578"/>
                      <a:pt x="9477283" y="1856149"/>
                    </a:cubicBezTo>
                    <a:cubicBezTo>
                      <a:pt x="9540152" y="1833097"/>
                      <a:pt x="9603971" y="1811953"/>
                      <a:pt x="9666265" y="1787186"/>
                    </a:cubicBezTo>
                    <a:cubicBezTo>
                      <a:pt x="9696749" y="1775183"/>
                      <a:pt x="9725323" y="1757849"/>
                      <a:pt x="9754088" y="1741464"/>
                    </a:cubicBezTo>
                    <a:cubicBezTo>
                      <a:pt x="9802858" y="1713841"/>
                      <a:pt x="9850865" y="1685074"/>
                      <a:pt x="9899446" y="1656880"/>
                    </a:cubicBezTo>
                    <a:cubicBezTo>
                      <a:pt x="9935832" y="1635924"/>
                      <a:pt x="9968027" y="1611347"/>
                      <a:pt x="9993175" y="1576487"/>
                    </a:cubicBezTo>
                    <a:cubicBezTo>
                      <a:pt x="10004797" y="1560484"/>
                      <a:pt x="10024990" y="1546768"/>
                      <a:pt x="10044230" y="1540480"/>
                    </a:cubicBezTo>
                    <a:cubicBezTo>
                      <a:pt x="10078713" y="1529241"/>
                      <a:pt x="10104430" y="1507522"/>
                      <a:pt x="10131863" y="1485613"/>
                    </a:cubicBezTo>
                    <a:cubicBezTo>
                      <a:pt x="10166536" y="1457801"/>
                      <a:pt x="10203304" y="1431509"/>
                      <a:pt x="10242357" y="1410555"/>
                    </a:cubicBezTo>
                    <a:cubicBezTo>
                      <a:pt x="10280840" y="1389980"/>
                      <a:pt x="10324086" y="1378549"/>
                      <a:pt x="10363709" y="1359499"/>
                    </a:cubicBezTo>
                    <a:cubicBezTo>
                      <a:pt x="10386952" y="1348259"/>
                      <a:pt x="10407146" y="1330353"/>
                      <a:pt x="10428291" y="1314920"/>
                    </a:cubicBezTo>
                    <a:cubicBezTo>
                      <a:pt x="10449438" y="1299489"/>
                      <a:pt x="10470394" y="1283486"/>
                      <a:pt x="10490969" y="1267104"/>
                    </a:cubicBezTo>
                    <a:cubicBezTo>
                      <a:pt x="10502208" y="1258149"/>
                      <a:pt x="10511734" y="1246909"/>
                      <a:pt x="10523354" y="1238337"/>
                    </a:cubicBezTo>
                    <a:cubicBezTo>
                      <a:pt x="10545263" y="1222334"/>
                      <a:pt x="10569075" y="1208808"/>
                      <a:pt x="10590031" y="1191664"/>
                    </a:cubicBezTo>
                    <a:cubicBezTo>
                      <a:pt x="10610225" y="1175089"/>
                      <a:pt x="10633467" y="1166707"/>
                      <a:pt x="10656519" y="1156038"/>
                    </a:cubicBezTo>
                    <a:cubicBezTo>
                      <a:pt x="10674046" y="1148036"/>
                      <a:pt x="10686617" y="1130320"/>
                      <a:pt x="10703573" y="1120603"/>
                    </a:cubicBezTo>
                    <a:cubicBezTo>
                      <a:pt x="10727767" y="1106697"/>
                      <a:pt x="10746246" y="1089553"/>
                      <a:pt x="10764534" y="1067643"/>
                    </a:cubicBezTo>
                    <a:cubicBezTo>
                      <a:pt x="10785111" y="1043068"/>
                      <a:pt x="10820162" y="1029732"/>
                      <a:pt x="10850453" y="1014301"/>
                    </a:cubicBezTo>
                    <a:cubicBezTo>
                      <a:pt x="10876171" y="1001157"/>
                      <a:pt x="10906081" y="995632"/>
                      <a:pt x="10929704" y="980201"/>
                    </a:cubicBezTo>
                    <a:cubicBezTo>
                      <a:pt x="10946279" y="969342"/>
                      <a:pt x="10958661" y="948957"/>
                      <a:pt x="10967423" y="930289"/>
                    </a:cubicBezTo>
                    <a:cubicBezTo>
                      <a:pt x="10987046" y="887995"/>
                      <a:pt x="11021146" y="861897"/>
                      <a:pt x="11058869" y="838084"/>
                    </a:cubicBezTo>
                    <a:cubicBezTo>
                      <a:pt x="11097350" y="813699"/>
                      <a:pt x="11133927" y="786836"/>
                      <a:pt x="11172600" y="762834"/>
                    </a:cubicBezTo>
                    <a:cubicBezTo>
                      <a:pt x="11211843" y="738638"/>
                      <a:pt x="11243658" y="706443"/>
                      <a:pt x="11275283" y="673676"/>
                    </a:cubicBezTo>
                    <a:cubicBezTo>
                      <a:pt x="11288238" y="660150"/>
                      <a:pt x="11305192" y="650434"/>
                      <a:pt x="11320623" y="639195"/>
                    </a:cubicBezTo>
                    <a:cubicBezTo>
                      <a:pt x="11338339" y="626241"/>
                      <a:pt x="11355296" y="611953"/>
                      <a:pt x="11374346" y="601664"/>
                    </a:cubicBezTo>
                    <a:cubicBezTo>
                      <a:pt x="11398160" y="588709"/>
                      <a:pt x="11424069" y="579757"/>
                      <a:pt x="11448453" y="567755"/>
                    </a:cubicBezTo>
                    <a:cubicBezTo>
                      <a:pt x="11476838" y="553657"/>
                      <a:pt x="11505795" y="539750"/>
                      <a:pt x="11532275" y="522605"/>
                    </a:cubicBezTo>
                    <a:cubicBezTo>
                      <a:pt x="11545039" y="514413"/>
                      <a:pt x="11553613" y="499363"/>
                      <a:pt x="11562947" y="486598"/>
                    </a:cubicBezTo>
                    <a:cubicBezTo>
                      <a:pt x="11599714" y="436305"/>
                      <a:pt x="11635529" y="385441"/>
                      <a:pt x="11672489" y="335337"/>
                    </a:cubicBezTo>
                    <a:cubicBezTo>
                      <a:pt x="11712304" y="281424"/>
                      <a:pt x="11763931" y="241608"/>
                      <a:pt x="11821656" y="207889"/>
                    </a:cubicBezTo>
                    <a:cubicBezTo>
                      <a:pt x="11877664" y="175312"/>
                      <a:pt x="11931195" y="138734"/>
                      <a:pt x="11986443" y="104824"/>
                    </a:cubicBezTo>
                    <a:cubicBezTo>
                      <a:pt x="11998443" y="97395"/>
                      <a:pt x="12013114" y="94347"/>
                      <a:pt x="12026448" y="88821"/>
                    </a:cubicBezTo>
                    <a:cubicBezTo>
                      <a:pt x="12072360" y="69580"/>
                      <a:pt x="12118083" y="50147"/>
                      <a:pt x="12160947" y="28621"/>
                    </a:cubicBezTo>
                    <a:lnTo>
                      <a:pt x="12192000" y="0"/>
                    </a:lnTo>
                    <a:close/>
                  </a:path>
                </a:pathLst>
              </a:custGeom>
              <a:solidFill>
                <a:schemeClr val="bg1">
                  <a:alpha val="14000"/>
                </a:scheme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9" name="Group 11">
              <a:extLst>
                <a:ext uri="{FF2B5EF4-FFF2-40B4-BE49-F238E27FC236}">
                  <a16:creationId xmlns:a16="http://schemas.microsoft.com/office/drawing/2014/main" id="{05148B0F-801C-45A1-80C1-EEC25A22A7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544" y="3296011"/>
              <a:ext cx="12191456" cy="2849975"/>
              <a:chOff x="544" y="3296011"/>
              <a:chExt cx="12191456" cy="2849975"/>
            </a:xfrm>
          </p:grpSpPr>
          <p:sp>
            <p:nvSpPr>
              <p:cNvPr id="13" name="Freeform: Shape 12">
                <a:extLst>
                  <a:ext uri="{FF2B5EF4-FFF2-40B4-BE49-F238E27FC236}">
                    <a16:creationId xmlns:a16="http://schemas.microsoft.com/office/drawing/2014/main" id="{E7715ED9-C8CE-4651-82AA-1C4B5F14A03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44" y="3296011"/>
                <a:ext cx="12191456" cy="2849975"/>
              </a:xfrm>
              <a:custGeom>
                <a:avLst/>
                <a:gdLst>
                  <a:gd name="connsiteX0" fmla="*/ 6095524 w 6095524"/>
                  <a:gd name="connsiteY0" fmla="*/ 0 h 1424940"/>
                  <a:gd name="connsiteX1" fmla="*/ 6095524 w 6095524"/>
                  <a:gd name="connsiteY1" fmla="*/ 17431 h 1424940"/>
                  <a:gd name="connsiteX2" fmla="*/ 6095524 w 6095524"/>
                  <a:gd name="connsiteY2" fmla="*/ 216290 h 1424940"/>
                  <a:gd name="connsiteX3" fmla="*/ 6079998 w 6095524"/>
                  <a:gd name="connsiteY3" fmla="*/ 230600 h 1424940"/>
                  <a:gd name="connsiteX4" fmla="*/ 6012751 w 6095524"/>
                  <a:gd name="connsiteY4" fmla="*/ 260699 h 1424940"/>
                  <a:gd name="connsiteX5" fmla="*/ 5992749 w 6095524"/>
                  <a:gd name="connsiteY5" fmla="*/ 268700 h 1424940"/>
                  <a:gd name="connsiteX6" fmla="*/ 5910358 w 6095524"/>
                  <a:gd name="connsiteY6" fmla="*/ 320231 h 1424940"/>
                  <a:gd name="connsiteX7" fmla="*/ 5835777 w 6095524"/>
                  <a:gd name="connsiteY7" fmla="*/ 383953 h 1424940"/>
                  <a:gd name="connsiteX8" fmla="*/ 5781008 w 6095524"/>
                  <a:gd name="connsiteY8" fmla="*/ 459581 h 1424940"/>
                  <a:gd name="connsiteX9" fmla="*/ 5765673 w 6095524"/>
                  <a:gd name="connsiteY9" fmla="*/ 477584 h 1424940"/>
                  <a:gd name="connsiteX10" fmla="*/ 5723763 w 6095524"/>
                  <a:gd name="connsiteY10" fmla="*/ 500158 h 1424940"/>
                  <a:gd name="connsiteX11" fmla="*/ 5686711 w 6095524"/>
                  <a:gd name="connsiteY11" fmla="*/ 517112 h 1424940"/>
                  <a:gd name="connsiteX12" fmla="*/ 5659850 w 6095524"/>
                  <a:gd name="connsiteY12" fmla="*/ 535877 h 1424940"/>
                  <a:gd name="connsiteX13" fmla="*/ 5637181 w 6095524"/>
                  <a:gd name="connsiteY13" fmla="*/ 553117 h 1424940"/>
                  <a:gd name="connsiteX14" fmla="*/ 5585841 w 6095524"/>
                  <a:gd name="connsiteY14" fmla="*/ 597694 h 1424940"/>
                  <a:gd name="connsiteX15" fmla="*/ 5528977 w 6095524"/>
                  <a:gd name="connsiteY15" fmla="*/ 635318 h 1424940"/>
                  <a:gd name="connsiteX16" fmla="*/ 5483256 w 6095524"/>
                  <a:gd name="connsiteY16" fmla="*/ 681419 h 1424940"/>
                  <a:gd name="connsiteX17" fmla="*/ 5464397 w 6095524"/>
                  <a:gd name="connsiteY17" fmla="*/ 706374 h 1424940"/>
                  <a:gd name="connsiteX18" fmla="*/ 5424773 w 6095524"/>
                  <a:gd name="connsiteY18" fmla="*/ 723424 h 1424940"/>
                  <a:gd name="connsiteX19" fmla="*/ 5381815 w 6095524"/>
                  <a:gd name="connsiteY19" fmla="*/ 750094 h 1424940"/>
                  <a:gd name="connsiteX20" fmla="*/ 5351335 w 6095524"/>
                  <a:gd name="connsiteY20" fmla="*/ 776573 h 1424940"/>
                  <a:gd name="connsiteX21" fmla="*/ 5327809 w 6095524"/>
                  <a:gd name="connsiteY21" fmla="*/ 794290 h 1424940"/>
                  <a:gd name="connsiteX22" fmla="*/ 5294566 w 6095524"/>
                  <a:gd name="connsiteY22" fmla="*/ 812102 h 1424940"/>
                  <a:gd name="connsiteX23" fmla="*/ 5261229 w 6095524"/>
                  <a:gd name="connsiteY23" fmla="*/ 835438 h 1424940"/>
                  <a:gd name="connsiteX24" fmla="*/ 5245037 w 6095524"/>
                  <a:gd name="connsiteY24" fmla="*/ 849821 h 1424940"/>
                  <a:gd name="connsiteX25" fmla="*/ 5213699 w 6095524"/>
                  <a:gd name="connsiteY25" fmla="*/ 873728 h 1424940"/>
                  <a:gd name="connsiteX26" fmla="*/ 5181409 w 6095524"/>
                  <a:gd name="connsiteY26" fmla="*/ 896017 h 1424940"/>
                  <a:gd name="connsiteX27" fmla="*/ 5120735 w 6095524"/>
                  <a:gd name="connsiteY27" fmla="*/ 921544 h 1424940"/>
                  <a:gd name="connsiteX28" fmla="*/ 5065490 w 6095524"/>
                  <a:gd name="connsiteY28" fmla="*/ 959072 h 1424940"/>
                  <a:gd name="connsiteX29" fmla="*/ 5021675 w 6095524"/>
                  <a:gd name="connsiteY29" fmla="*/ 986504 h 1424940"/>
                  <a:gd name="connsiteX30" fmla="*/ 4996148 w 6095524"/>
                  <a:gd name="connsiteY30" fmla="*/ 1004507 h 1424940"/>
                  <a:gd name="connsiteX31" fmla="*/ 4949285 w 6095524"/>
                  <a:gd name="connsiteY31" fmla="*/ 1044702 h 1424940"/>
                  <a:gd name="connsiteX32" fmla="*/ 4876609 w 6095524"/>
                  <a:gd name="connsiteY32" fmla="*/ 1086993 h 1424940"/>
                  <a:gd name="connsiteX33" fmla="*/ 4832699 w 6095524"/>
                  <a:gd name="connsiteY33" fmla="*/ 1109853 h 1424940"/>
                  <a:gd name="connsiteX34" fmla="*/ 4738211 w 6095524"/>
                  <a:gd name="connsiteY34" fmla="*/ 1144334 h 1424940"/>
                  <a:gd name="connsiteX35" fmla="*/ 4707731 w 6095524"/>
                  <a:gd name="connsiteY35" fmla="*/ 1156621 h 1424940"/>
                  <a:gd name="connsiteX36" fmla="*/ 4672870 w 6095524"/>
                  <a:gd name="connsiteY36" fmla="*/ 1164717 h 1424940"/>
                  <a:gd name="connsiteX37" fmla="*/ 4616863 w 6095524"/>
                  <a:gd name="connsiteY37" fmla="*/ 1183862 h 1424940"/>
                  <a:gd name="connsiteX38" fmla="*/ 4507516 w 6095524"/>
                  <a:gd name="connsiteY38" fmla="*/ 1216819 h 1424940"/>
                  <a:gd name="connsiteX39" fmla="*/ 4483513 w 6095524"/>
                  <a:gd name="connsiteY39" fmla="*/ 1221867 h 1424940"/>
                  <a:gd name="connsiteX40" fmla="*/ 4422362 w 6095524"/>
                  <a:gd name="connsiteY40" fmla="*/ 1243108 h 1424940"/>
                  <a:gd name="connsiteX41" fmla="*/ 4385691 w 6095524"/>
                  <a:gd name="connsiteY41" fmla="*/ 1257395 h 1424940"/>
                  <a:gd name="connsiteX42" fmla="*/ 4355306 w 6095524"/>
                  <a:gd name="connsiteY42" fmla="*/ 1265587 h 1424940"/>
                  <a:gd name="connsiteX43" fmla="*/ 4328446 w 6095524"/>
                  <a:gd name="connsiteY43" fmla="*/ 1269397 h 1424940"/>
                  <a:gd name="connsiteX44" fmla="*/ 4257770 w 6095524"/>
                  <a:gd name="connsiteY44" fmla="*/ 1288256 h 1424940"/>
                  <a:gd name="connsiteX45" fmla="*/ 4229576 w 6095524"/>
                  <a:gd name="connsiteY45" fmla="*/ 1295686 h 1424940"/>
                  <a:gd name="connsiteX46" fmla="*/ 4156424 w 6095524"/>
                  <a:gd name="connsiteY46" fmla="*/ 1321213 h 1424940"/>
                  <a:gd name="connsiteX47" fmla="*/ 4094416 w 6095524"/>
                  <a:gd name="connsiteY47" fmla="*/ 1338072 h 1424940"/>
                  <a:gd name="connsiteX48" fmla="*/ 4068509 w 6095524"/>
                  <a:gd name="connsiteY48" fmla="*/ 1346168 h 1424940"/>
                  <a:gd name="connsiteX49" fmla="*/ 4009263 w 6095524"/>
                  <a:gd name="connsiteY49" fmla="*/ 1359694 h 1424940"/>
                  <a:gd name="connsiteX50" fmla="*/ 3975735 w 6095524"/>
                  <a:gd name="connsiteY50" fmla="*/ 1369219 h 1424940"/>
                  <a:gd name="connsiteX51" fmla="*/ 3893915 w 6095524"/>
                  <a:gd name="connsiteY51" fmla="*/ 1379982 h 1424940"/>
                  <a:gd name="connsiteX52" fmla="*/ 3809428 w 6095524"/>
                  <a:gd name="connsiteY52" fmla="*/ 1390364 h 1424940"/>
                  <a:gd name="connsiteX53" fmla="*/ 3763042 w 6095524"/>
                  <a:gd name="connsiteY53" fmla="*/ 1393793 h 1424940"/>
                  <a:gd name="connsiteX54" fmla="*/ 3722561 w 6095524"/>
                  <a:gd name="connsiteY54" fmla="*/ 1399223 h 1424940"/>
                  <a:gd name="connsiteX55" fmla="*/ 3687318 w 6095524"/>
                  <a:gd name="connsiteY55" fmla="*/ 1402652 h 1424940"/>
                  <a:gd name="connsiteX56" fmla="*/ 3631216 w 6095524"/>
                  <a:gd name="connsiteY56" fmla="*/ 1409605 h 1424940"/>
                  <a:gd name="connsiteX57" fmla="*/ 3607880 w 6095524"/>
                  <a:gd name="connsiteY57" fmla="*/ 1411415 h 1424940"/>
                  <a:gd name="connsiteX58" fmla="*/ 3552825 w 6095524"/>
                  <a:gd name="connsiteY58" fmla="*/ 1411319 h 1424940"/>
                  <a:gd name="connsiteX59" fmla="*/ 3533680 w 6095524"/>
                  <a:gd name="connsiteY59" fmla="*/ 1410367 h 1424940"/>
                  <a:gd name="connsiteX60" fmla="*/ 3496818 w 6095524"/>
                  <a:gd name="connsiteY60" fmla="*/ 1398556 h 1424940"/>
                  <a:gd name="connsiteX61" fmla="*/ 3492437 w 6095524"/>
                  <a:gd name="connsiteY61" fmla="*/ 1397699 h 1424940"/>
                  <a:gd name="connsiteX62" fmla="*/ 3468243 w 6095524"/>
                  <a:gd name="connsiteY62" fmla="*/ 1393031 h 1424940"/>
                  <a:gd name="connsiteX63" fmla="*/ 3455003 w 6095524"/>
                  <a:gd name="connsiteY63" fmla="*/ 1391507 h 1424940"/>
                  <a:gd name="connsiteX64" fmla="*/ 3404711 w 6095524"/>
                  <a:gd name="connsiteY64" fmla="*/ 1381792 h 1424940"/>
                  <a:gd name="connsiteX65" fmla="*/ 3375756 w 6095524"/>
                  <a:gd name="connsiteY65" fmla="*/ 1377220 h 1424940"/>
                  <a:gd name="connsiteX66" fmla="*/ 3352324 w 6095524"/>
                  <a:gd name="connsiteY66" fmla="*/ 1377887 h 1424940"/>
                  <a:gd name="connsiteX67" fmla="*/ 3311176 w 6095524"/>
                  <a:gd name="connsiteY67" fmla="*/ 1378744 h 1424940"/>
                  <a:gd name="connsiteX68" fmla="*/ 3298031 w 6095524"/>
                  <a:gd name="connsiteY68" fmla="*/ 1380935 h 1424940"/>
                  <a:gd name="connsiteX69" fmla="*/ 3238595 w 6095524"/>
                  <a:gd name="connsiteY69" fmla="*/ 1374648 h 1424940"/>
                  <a:gd name="connsiteX70" fmla="*/ 3204686 w 6095524"/>
                  <a:gd name="connsiteY70" fmla="*/ 1374172 h 1424940"/>
                  <a:gd name="connsiteX71" fmla="*/ 3166491 w 6095524"/>
                  <a:gd name="connsiteY71" fmla="*/ 1366361 h 1424940"/>
                  <a:gd name="connsiteX72" fmla="*/ 3155347 w 6095524"/>
                  <a:gd name="connsiteY72" fmla="*/ 1366742 h 1424940"/>
                  <a:gd name="connsiteX73" fmla="*/ 3142869 w 6095524"/>
                  <a:gd name="connsiteY73" fmla="*/ 1367409 h 1424940"/>
                  <a:gd name="connsiteX74" fmla="*/ 3104578 w 6095524"/>
                  <a:gd name="connsiteY74" fmla="*/ 1367981 h 1424940"/>
                  <a:gd name="connsiteX75" fmla="*/ 3081337 w 6095524"/>
                  <a:gd name="connsiteY75" fmla="*/ 1370838 h 1424940"/>
                  <a:gd name="connsiteX76" fmla="*/ 3037047 w 6095524"/>
                  <a:gd name="connsiteY76" fmla="*/ 1369124 h 1424940"/>
                  <a:gd name="connsiteX77" fmla="*/ 3020663 w 6095524"/>
                  <a:gd name="connsiteY77" fmla="*/ 1371600 h 1424940"/>
                  <a:gd name="connsiteX78" fmla="*/ 2979230 w 6095524"/>
                  <a:gd name="connsiteY78" fmla="*/ 1371886 h 1424940"/>
                  <a:gd name="connsiteX79" fmla="*/ 2942082 w 6095524"/>
                  <a:gd name="connsiteY79" fmla="*/ 1370457 h 1424940"/>
                  <a:gd name="connsiteX80" fmla="*/ 2906268 w 6095524"/>
                  <a:gd name="connsiteY80" fmla="*/ 1371219 h 1424940"/>
                  <a:gd name="connsiteX81" fmla="*/ 2880646 w 6095524"/>
                  <a:gd name="connsiteY81" fmla="*/ 1374362 h 1424940"/>
                  <a:gd name="connsiteX82" fmla="*/ 2852833 w 6095524"/>
                  <a:gd name="connsiteY82" fmla="*/ 1376267 h 1424940"/>
                  <a:gd name="connsiteX83" fmla="*/ 2776157 w 6095524"/>
                  <a:gd name="connsiteY83" fmla="*/ 1387602 h 1424940"/>
                  <a:gd name="connsiteX84" fmla="*/ 2761965 w 6095524"/>
                  <a:gd name="connsiteY84" fmla="*/ 1384840 h 1424940"/>
                  <a:gd name="connsiteX85" fmla="*/ 2681383 w 6095524"/>
                  <a:gd name="connsiteY85" fmla="*/ 1382268 h 1424940"/>
                  <a:gd name="connsiteX86" fmla="*/ 2663857 w 6095524"/>
                  <a:gd name="connsiteY86" fmla="*/ 1382459 h 1424940"/>
                  <a:gd name="connsiteX87" fmla="*/ 2616803 w 6095524"/>
                  <a:gd name="connsiteY87" fmla="*/ 1371219 h 1424940"/>
                  <a:gd name="connsiteX88" fmla="*/ 2544223 w 6095524"/>
                  <a:gd name="connsiteY88" fmla="*/ 1389031 h 1424940"/>
                  <a:gd name="connsiteX89" fmla="*/ 2476309 w 6095524"/>
                  <a:gd name="connsiteY89" fmla="*/ 1411319 h 1424940"/>
                  <a:gd name="connsiteX90" fmla="*/ 2467737 w 6095524"/>
                  <a:gd name="connsiteY90" fmla="*/ 1414177 h 1424940"/>
                  <a:gd name="connsiteX91" fmla="*/ 2443353 w 6095524"/>
                  <a:gd name="connsiteY91" fmla="*/ 1419035 h 1424940"/>
                  <a:gd name="connsiteX92" fmla="*/ 2413159 w 6095524"/>
                  <a:gd name="connsiteY92" fmla="*/ 1420749 h 1424940"/>
                  <a:gd name="connsiteX93" fmla="*/ 2374868 w 6095524"/>
                  <a:gd name="connsiteY93" fmla="*/ 1424940 h 1424940"/>
                  <a:gd name="connsiteX94" fmla="*/ 2344198 w 6095524"/>
                  <a:gd name="connsiteY94" fmla="*/ 1419701 h 1424940"/>
                  <a:gd name="connsiteX95" fmla="*/ 2301335 w 6095524"/>
                  <a:gd name="connsiteY95" fmla="*/ 1411891 h 1424940"/>
                  <a:gd name="connsiteX96" fmla="*/ 2260949 w 6095524"/>
                  <a:gd name="connsiteY96" fmla="*/ 1404461 h 1424940"/>
                  <a:gd name="connsiteX97" fmla="*/ 2248186 w 6095524"/>
                  <a:gd name="connsiteY97" fmla="*/ 1413224 h 1424940"/>
                  <a:gd name="connsiteX98" fmla="*/ 2228469 w 6095524"/>
                  <a:gd name="connsiteY98" fmla="*/ 1420844 h 1424940"/>
                  <a:gd name="connsiteX99" fmla="*/ 2206562 w 6095524"/>
                  <a:gd name="connsiteY99" fmla="*/ 1411700 h 1424940"/>
                  <a:gd name="connsiteX100" fmla="*/ 2155317 w 6095524"/>
                  <a:gd name="connsiteY100" fmla="*/ 1392746 h 1424940"/>
                  <a:gd name="connsiteX101" fmla="*/ 2122932 w 6095524"/>
                  <a:gd name="connsiteY101" fmla="*/ 1391888 h 1424940"/>
                  <a:gd name="connsiteX102" fmla="*/ 2052542 w 6095524"/>
                  <a:gd name="connsiteY102" fmla="*/ 1383792 h 1424940"/>
                  <a:gd name="connsiteX103" fmla="*/ 2006537 w 6095524"/>
                  <a:gd name="connsiteY103" fmla="*/ 1372267 h 1424940"/>
                  <a:gd name="connsiteX104" fmla="*/ 1973486 w 6095524"/>
                  <a:gd name="connsiteY104" fmla="*/ 1359218 h 1424940"/>
                  <a:gd name="connsiteX105" fmla="*/ 1926146 w 6095524"/>
                  <a:gd name="connsiteY105" fmla="*/ 1342168 h 1424940"/>
                  <a:gd name="connsiteX106" fmla="*/ 1878616 w 6095524"/>
                  <a:gd name="connsiteY106" fmla="*/ 1333310 h 1424940"/>
                  <a:gd name="connsiteX107" fmla="*/ 1844231 w 6095524"/>
                  <a:gd name="connsiteY107" fmla="*/ 1322165 h 1424940"/>
                  <a:gd name="connsiteX108" fmla="*/ 1802225 w 6095524"/>
                  <a:gd name="connsiteY108" fmla="*/ 1314545 h 1424940"/>
                  <a:gd name="connsiteX109" fmla="*/ 1766983 w 6095524"/>
                  <a:gd name="connsiteY109" fmla="*/ 1314260 h 1424940"/>
                  <a:gd name="connsiteX110" fmla="*/ 1711738 w 6095524"/>
                  <a:gd name="connsiteY110" fmla="*/ 1315593 h 1424940"/>
                  <a:gd name="connsiteX111" fmla="*/ 1644111 w 6095524"/>
                  <a:gd name="connsiteY111" fmla="*/ 1292543 h 1424940"/>
                  <a:gd name="connsiteX112" fmla="*/ 1616774 w 6095524"/>
                  <a:gd name="connsiteY112" fmla="*/ 1287399 h 1424940"/>
                  <a:gd name="connsiteX113" fmla="*/ 1591056 w 6095524"/>
                  <a:gd name="connsiteY113" fmla="*/ 1285018 h 1424940"/>
                  <a:gd name="connsiteX114" fmla="*/ 1536478 w 6095524"/>
                  <a:gd name="connsiteY114" fmla="*/ 1269683 h 1424940"/>
                  <a:gd name="connsiteX115" fmla="*/ 1514285 w 6095524"/>
                  <a:gd name="connsiteY115" fmla="*/ 1264634 h 1424940"/>
                  <a:gd name="connsiteX116" fmla="*/ 1483233 w 6095524"/>
                  <a:gd name="connsiteY116" fmla="*/ 1264730 h 1424940"/>
                  <a:gd name="connsiteX117" fmla="*/ 1426750 w 6095524"/>
                  <a:gd name="connsiteY117" fmla="*/ 1257681 h 1424940"/>
                  <a:gd name="connsiteX118" fmla="*/ 1370362 w 6095524"/>
                  <a:gd name="connsiteY118" fmla="*/ 1237107 h 1424940"/>
                  <a:gd name="connsiteX119" fmla="*/ 1346454 w 6095524"/>
                  <a:gd name="connsiteY119" fmla="*/ 1239107 h 1424940"/>
                  <a:gd name="connsiteX120" fmla="*/ 1337882 w 6095524"/>
                  <a:gd name="connsiteY120" fmla="*/ 1238631 h 1424940"/>
                  <a:gd name="connsiteX121" fmla="*/ 1260825 w 6095524"/>
                  <a:gd name="connsiteY121" fmla="*/ 1227296 h 1424940"/>
                  <a:gd name="connsiteX122" fmla="*/ 1253109 w 6095524"/>
                  <a:gd name="connsiteY122" fmla="*/ 1226058 h 1424940"/>
                  <a:gd name="connsiteX123" fmla="*/ 1216915 w 6095524"/>
                  <a:gd name="connsiteY123" fmla="*/ 1215962 h 1424940"/>
                  <a:gd name="connsiteX124" fmla="*/ 1125664 w 6095524"/>
                  <a:gd name="connsiteY124" fmla="*/ 1209675 h 1424940"/>
                  <a:gd name="connsiteX125" fmla="*/ 1120045 w 6095524"/>
                  <a:gd name="connsiteY125" fmla="*/ 1208913 h 1424940"/>
                  <a:gd name="connsiteX126" fmla="*/ 1089469 w 6095524"/>
                  <a:gd name="connsiteY126" fmla="*/ 1213961 h 1424940"/>
                  <a:gd name="connsiteX127" fmla="*/ 1074325 w 6095524"/>
                  <a:gd name="connsiteY127" fmla="*/ 1221105 h 1424940"/>
                  <a:gd name="connsiteX128" fmla="*/ 1050703 w 6095524"/>
                  <a:gd name="connsiteY128" fmla="*/ 1228535 h 1424940"/>
                  <a:gd name="connsiteX129" fmla="*/ 1026700 w 6095524"/>
                  <a:gd name="connsiteY129" fmla="*/ 1231297 h 1424940"/>
                  <a:gd name="connsiteX130" fmla="*/ 986409 w 6095524"/>
                  <a:gd name="connsiteY130" fmla="*/ 1220057 h 1424940"/>
                  <a:gd name="connsiteX131" fmla="*/ 971741 w 6095524"/>
                  <a:gd name="connsiteY131" fmla="*/ 1218914 h 1424940"/>
                  <a:gd name="connsiteX132" fmla="*/ 939070 w 6095524"/>
                  <a:gd name="connsiteY132" fmla="*/ 1213485 h 1424940"/>
                  <a:gd name="connsiteX133" fmla="*/ 910495 w 6095524"/>
                  <a:gd name="connsiteY133" fmla="*/ 1213866 h 1424940"/>
                  <a:gd name="connsiteX134" fmla="*/ 887540 w 6095524"/>
                  <a:gd name="connsiteY134" fmla="*/ 1222534 h 1424940"/>
                  <a:gd name="connsiteX135" fmla="*/ 854202 w 6095524"/>
                  <a:gd name="connsiteY135" fmla="*/ 1224248 h 1424940"/>
                  <a:gd name="connsiteX136" fmla="*/ 832675 w 6095524"/>
                  <a:gd name="connsiteY136" fmla="*/ 1217962 h 1424940"/>
                  <a:gd name="connsiteX137" fmla="*/ 828294 w 6095524"/>
                  <a:gd name="connsiteY137" fmla="*/ 1217105 h 1424940"/>
                  <a:gd name="connsiteX138" fmla="*/ 772001 w 6095524"/>
                  <a:gd name="connsiteY138" fmla="*/ 1216723 h 1424940"/>
                  <a:gd name="connsiteX139" fmla="*/ 701707 w 6095524"/>
                  <a:gd name="connsiteY139" fmla="*/ 1235678 h 1424940"/>
                  <a:gd name="connsiteX140" fmla="*/ 690086 w 6095524"/>
                  <a:gd name="connsiteY140" fmla="*/ 1239679 h 1424940"/>
                  <a:gd name="connsiteX141" fmla="*/ 633412 w 6095524"/>
                  <a:gd name="connsiteY141" fmla="*/ 1246632 h 1424940"/>
                  <a:gd name="connsiteX142" fmla="*/ 603028 w 6095524"/>
                  <a:gd name="connsiteY142" fmla="*/ 1253681 h 1424940"/>
                  <a:gd name="connsiteX143" fmla="*/ 581120 w 6095524"/>
                  <a:gd name="connsiteY143" fmla="*/ 1254062 h 1424940"/>
                  <a:gd name="connsiteX144" fmla="*/ 554642 w 6095524"/>
                  <a:gd name="connsiteY144" fmla="*/ 1266539 h 1424940"/>
                  <a:gd name="connsiteX145" fmla="*/ 545973 w 6095524"/>
                  <a:gd name="connsiteY145" fmla="*/ 1271969 h 1424940"/>
                  <a:gd name="connsiteX146" fmla="*/ 535591 w 6095524"/>
                  <a:gd name="connsiteY146" fmla="*/ 1275207 h 1424940"/>
                  <a:gd name="connsiteX147" fmla="*/ 488538 w 6095524"/>
                  <a:gd name="connsiteY147" fmla="*/ 1285494 h 1424940"/>
                  <a:gd name="connsiteX148" fmla="*/ 480155 w 6095524"/>
                  <a:gd name="connsiteY148" fmla="*/ 1291304 h 1424940"/>
                  <a:gd name="connsiteX149" fmla="*/ 474535 w 6095524"/>
                  <a:gd name="connsiteY149" fmla="*/ 1294924 h 1424940"/>
                  <a:gd name="connsiteX150" fmla="*/ 428816 w 6095524"/>
                  <a:gd name="connsiteY150" fmla="*/ 1301020 h 1424940"/>
                  <a:gd name="connsiteX151" fmla="*/ 400241 w 6095524"/>
                  <a:gd name="connsiteY151" fmla="*/ 1318260 h 1424940"/>
                  <a:gd name="connsiteX152" fmla="*/ 392431 w 6095524"/>
                  <a:gd name="connsiteY152" fmla="*/ 1325594 h 1424940"/>
                  <a:gd name="connsiteX153" fmla="*/ 365093 w 6095524"/>
                  <a:gd name="connsiteY153" fmla="*/ 1336643 h 1424940"/>
                  <a:gd name="connsiteX154" fmla="*/ 273177 w 6095524"/>
                  <a:gd name="connsiteY154" fmla="*/ 1357884 h 1424940"/>
                  <a:gd name="connsiteX155" fmla="*/ 246888 w 6095524"/>
                  <a:gd name="connsiteY155" fmla="*/ 1350359 h 1424940"/>
                  <a:gd name="connsiteX156" fmla="*/ 196977 w 6095524"/>
                  <a:gd name="connsiteY156" fmla="*/ 1370552 h 1424940"/>
                  <a:gd name="connsiteX157" fmla="*/ 153352 w 6095524"/>
                  <a:gd name="connsiteY157" fmla="*/ 1381982 h 1424940"/>
                  <a:gd name="connsiteX158" fmla="*/ 137160 w 6095524"/>
                  <a:gd name="connsiteY158" fmla="*/ 1384745 h 1424940"/>
                  <a:gd name="connsiteX159" fmla="*/ 85917 w 6095524"/>
                  <a:gd name="connsiteY159" fmla="*/ 1389793 h 1424940"/>
                  <a:gd name="connsiteX160" fmla="*/ 59532 w 6095524"/>
                  <a:gd name="connsiteY160" fmla="*/ 1401223 h 1424940"/>
                  <a:gd name="connsiteX161" fmla="*/ 30325 w 6095524"/>
                  <a:gd name="connsiteY161" fmla="*/ 1409974 h 1424940"/>
                  <a:gd name="connsiteX162" fmla="*/ 0 w 6095524"/>
                  <a:gd name="connsiteY162" fmla="*/ 1412360 h 1424940"/>
                  <a:gd name="connsiteX163" fmla="*/ 0 w 6095524"/>
                  <a:gd name="connsiteY163" fmla="*/ 1058622 h 1424940"/>
                  <a:gd name="connsiteX164" fmla="*/ 17145 w 6095524"/>
                  <a:gd name="connsiteY164" fmla="*/ 1060228 h 1424940"/>
                  <a:gd name="connsiteX165" fmla="*/ 44672 w 6095524"/>
                  <a:gd name="connsiteY165" fmla="*/ 1066324 h 1424940"/>
                  <a:gd name="connsiteX166" fmla="*/ 84677 w 6095524"/>
                  <a:gd name="connsiteY166" fmla="*/ 1076230 h 1424940"/>
                  <a:gd name="connsiteX167" fmla="*/ 132017 w 6095524"/>
                  <a:gd name="connsiteY167" fmla="*/ 1064990 h 1424940"/>
                  <a:gd name="connsiteX168" fmla="*/ 136779 w 6095524"/>
                  <a:gd name="connsiteY168" fmla="*/ 1060323 h 1424940"/>
                  <a:gd name="connsiteX169" fmla="*/ 187547 w 6095524"/>
                  <a:gd name="connsiteY169" fmla="*/ 1049179 h 1424940"/>
                  <a:gd name="connsiteX170" fmla="*/ 270891 w 6095524"/>
                  <a:gd name="connsiteY170" fmla="*/ 1036415 h 1424940"/>
                  <a:gd name="connsiteX171" fmla="*/ 276320 w 6095524"/>
                  <a:gd name="connsiteY171" fmla="*/ 1035558 h 1424940"/>
                  <a:gd name="connsiteX172" fmla="*/ 323755 w 6095524"/>
                  <a:gd name="connsiteY172" fmla="*/ 1061561 h 1424940"/>
                  <a:gd name="connsiteX173" fmla="*/ 361855 w 6095524"/>
                  <a:gd name="connsiteY173" fmla="*/ 1057942 h 1424940"/>
                  <a:gd name="connsiteX174" fmla="*/ 379571 w 6095524"/>
                  <a:gd name="connsiteY174" fmla="*/ 1039939 h 1424940"/>
                  <a:gd name="connsiteX175" fmla="*/ 430530 w 6095524"/>
                  <a:gd name="connsiteY175" fmla="*/ 1025747 h 1424940"/>
                  <a:gd name="connsiteX176" fmla="*/ 493300 w 6095524"/>
                  <a:gd name="connsiteY176" fmla="*/ 1027176 h 1424940"/>
                  <a:gd name="connsiteX177" fmla="*/ 537782 w 6095524"/>
                  <a:gd name="connsiteY177" fmla="*/ 1025366 h 1424940"/>
                  <a:gd name="connsiteX178" fmla="*/ 562166 w 6095524"/>
                  <a:gd name="connsiteY178" fmla="*/ 1015746 h 1424940"/>
                  <a:gd name="connsiteX179" fmla="*/ 579596 w 6095524"/>
                  <a:gd name="connsiteY179" fmla="*/ 1016699 h 1424940"/>
                  <a:gd name="connsiteX180" fmla="*/ 612362 w 6095524"/>
                  <a:gd name="connsiteY180" fmla="*/ 1023557 h 1424940"/>
                  <a:gd name="connsiteX181" fmla="*/ 716090 w 6095524"/>
                  <a:gd name="connsiteY181" fmla="*/ 1031653 h 1424940"/>
                  <a:gd name="connsiteX182" fmla="*/ 758381 w 6095524"/>
                  <a:gd name="connsiteY182" fmla="*/ 1018985 h 1424940"/>
                  <a:gd name="connsiteX183" fmla="*/ 771049 w 6095524"/>
                  <a:gd name="connsiteY183" fmla="*/ 1018699 h 1424940"/>
                  <a:gd name="connsiteX184" fmla="*/ 799433 w 6095524"/>
                  <a:gd name="connsiteY184" fmla="*/ 1023652 h 1424940"/>
                  <a:gd name="connsiteX185" fmla="*/ 858012 w 6095524"/>
                  <a:gd name="connsiteY185" fmla="*/ 1020318 h 1424940"/>
                  <a:gd name="connsiteX186" fmla="*/ 879634 w 6095524"/>
                  <a:gd name="connsiteY186" fmla="*/ 1015270 h 1424940"/>
                  <a:gd name="connsiteX187" fmla="*/ 891635 w 6095524"/>
                  <a:gd name="connsiteY187" fmla="*/ 1012031 h 1424940"/>
                  <a:gd name="connsiteX188" fmla="*/ 953262 w 6095524"/>
                  <a:gd name="connsiteY188" fmla="*/ 1003078 h 1424940"/>
                  <a:gd name="connsiteX189" fmla="*/ 980694 w 6095524"/>
                  <a:gd name="connsiteY189" fmla="*/ 993458 h 1424940"/>
                  <a:gd name="connsiteX190" fmla="*/ 988124 w 6095524"/>
                  <a:gd name="connsiteY190" fmla="*/ 992029 h 1424940"/>
                  <a:gd name="connsiteX191" fmla="*/ 1028795 w 6095524"/>
                  <a:gd name="connsiteY191" fmla="*/ 996029 h 1424940"/>
                  <a:gd name="connsiteX192" fmla="*/ 1059275 w 6095524"/>
                  <a:gd name="connsiteY192" fmla="*/ 1011555 h 1424940"/>
                  <a:gd name="connsiteX193" fmla="*/ 1065181 w 6095524"/>
                  <a:gd name="connsiteY193" fmla="*/ 1016794 h 1424940"/>
                  <a:gd name="connsiteX194" fmla="*/ 1150144 w 6095524"/>
                  <a:gd name="connsiteY194" fmla="*/ 1014984 h 1424940"/>
                  <a:gd name="connsiteX195" fmla="*/ 1163193 w 6095524"/>
                  <a:gd name="connsiteY195" fmla="*/ 1012793 h 1424940"/>
                  <a:gd name="connsiteX196" fmla="*/ 1226249 w 6095524"/>
                  <a:gd name="connsiteY196" fmla="*/ 1021937 h 1424940"/>
                  <a:gd name="connsiteX197" fmla="*/ 1244632 w 6095524"/>
                  <a:gd name="connsiteY197" fmla="*/ 1023747 h 1424940"/>
                  <a:gd name="connsiteX198" fmla="*/ 1310545 w 6095524"/>
                  <a:gd name="connsiteY198" fmla="*/ 1031939 h 1424940"/>
                  <a:gd name="connsiteX199" fmla="*/ 1319879 w 6095524"/>
                  <a:gd name="connsiteY199" fmla="*/ 1024319 h 1424940"/>
                  <a:gd name="connsiteX200" fmla="*/ 1346740 w 6095524"/>
                  <a:gd name="connsiteY200" fmla="*/ 1005173 h 1424940"/>
                  <a:gd name="connsiteX201" fmla="*/ 1399699 w 6095524"/>
                  <a:gd name="connsiteY201" fmla="*/ 988219 h 1424940"/>
                  <a:gd name="connsiteX202" fmla="*/ 1414082 w 6095524"/>
                  <a:gd name="connsiteY202" fmla="*/ 989171 h 1424940"/>
                  <a:gd name="connsiteX203" fmla="*/ 1450467 w 6095524"/>
                  <a:gd name="connsiteY203" fmla="*/ 1017461 h 1424940"/>
                  <a:gd name="connsiteX204" fmla="*/ 1468184 w 6095524"/>
                  <a:gd name="connsiteY204" fmla="*/ 1028795 h 1424940"/>
                  <a:gd name="connsiteX205" fmla="*/ 1518476 w 6095524"/>
                  <a:gd name="connsiteY205" fmla="*/ 1049655 h 1424940"/>
                  <a:gd name="connsiteX206" fmla="*/ 1522667 w 6095524"/>
                  <a:gd name="connsiteY206" fmla="*/ 1053465 h 1424940"/>
                  <a:gd name="connsiteX207" fmla="*/ 1559814 w 6095524"/>
                  <a:gd name="connsiteY207" fmla="*/ 1098709 h 1424940"/>
                  <a:gd name="connsiteX208" fmla="*/ 1568196 w 6095524"/>
                  <a:gd name="connsiteY208" fmla="*/ 1106424 h 1424940"/>
                  <a:gd name="connsiteX209" fmla="*/ 1578293 w 6095524"/>
                  <a:gd name="connsiteY209" fmla="*/ 1118426 h 1424940"/>
                  <a:gd name="connsiteX210" fmla="*/ 1609820 w 6095524"/>
                  <a:gd name="connsiteY210" fmla="*/ 1141667 h 1424940"/>
                  <a:gd name="connsiteX211" fmla="*/ 1648873 w 6095524"/>
                  <a:gd name="connsiteY211" fmla="*/ 1149096 h 1424940"/>
                  <a:gd name="connsiteX212" fmla="*/ 1696022 w 6095524"/>
                  <a:gd name="connsiteY212" fmla="*/ 1160431 h 1424940"/>
                  <a:gd name="connsiteX213" fmla="*/ 1715739 w 6095524"/>
                  <a:gd name="connsiteY213" fmla="*/ 1168051 h 1424940"/>
                  <a:gd name="connsiteX214" fmla="*/ 1768602 w 6095524"/>
                  <a:gd name="connsiteY214" fmla="*/ 1182529 h 1424940"/>
                  <a:gd name="connsiteX215" fmla="*/ 1806321 w 6095524"/>
                  <a:gd name="connsiteY215" fmla="*/ 1194721 h 1424940"/>
                  <a:gd name="connsiteX216" fmla="*/ 1860709 w 6095524"/>
                  <a:gd name="connsiteY216" fmla="*/ 1201865 h 1424940"/>
                  <a:gd name="connsiteX217" fmla="*/ 1887093 w 6095524"/>
                  <a:gd name="connsiteY217" fmla="*/ 1202150 h 1424940"/>
                  <a:gd name="connsiteX218" fmla="*/ 1935575 w 6095524"/>
                  <a:gd name="connsiteY218" fmla="*/ 1238726 h 1424940"/>
                  <a:gd name="connsiteX219" fmla="*/ 1974247 w 6095524"/>
                  <a:gd name="connsiteY219" fmla="*/ 1262920 h 1424940"/>
                  <a:gd name="connsiteX220" fmla="*/ 2014919 w 6095524"/>
                  <a:gd name="connsiteY220" fmla="*/ 1251204 h 1424940"/>
                  <a:gd name="connsiteX221" fmla="*/ 2025968 w 6095524"/>
                  <a:gd name="connsiteY221" fmla="*/ 1240155 h 1424940"/>
                  <a:gd name="connsiteX222" fmla="*/ 2092643 w 6095524"/>
                  <a:gd name="connsiteY222" fmla="*/ 1229678 h 1424940"/>
                  <a:gd name="connsiteX223" fmla="*/ 2187893 w 6095524"/>
                  <a:gd name="connsiteY223" fmla="*/ 1229297 h 1424940"/>
                  <a:gd name="connsiteX224" fmla="*/ 2346294 w 6095524"/>
                  <a:gd name="connsiteY224" fmla="*/ 1205484 h 1424940"/>
                  <a:gd name="connsiteX225" fmla="*/ 2373916 w 6095524"/>
                  <a:gd name="connsiteY225" fmla="*/ 1194435 h 1424940"/>
                  <a:gd name="connsiteX226" fmla="*/ 2404967 w 6095524"/>
                  <a:gd name="connsiteY226" fmla="*/ 1191673 h 1424940"/>
                  <a:gd name="connsiteX227" fmla="*/ 2416874 w 6095524"/>
                  <a:gd name="connsiteY227" fmla="*/ 1198436 h 1424940"/>
                  <a:gd name="connsiteX228" fmla="*/ 2468975 w 6095524"/>
                  <a:gd name="connsiteY228" fmla="*/ 1208532 h 1424940"/>
                  <a:gd name="connsiteX229" fmla="*/ 2478882 w 6095524"/>
                  <a:gd name="connsiteY229" fmla="*/ 1208723 h 1424940"/>
                  <a:gd name="connsiteX230" fmla="*/ 2512791 w 6095524"/>
                  <a:gd name="connsiteY230" fmla="*/ 1204436 h 1424940"/>
                  <a:gd name="connsiteX231" fmla="*/ 2544223 w 6095524"/>
                  <a:gd name="connsiteY231" fmla="*/ 1201960 h 1424940"/>
                  <a:gd name="connsiteX232" fmla="*/ 2623471 w 6095524"/>
                  <a:gd name="connsiteY232" fmla="*/ 1210056 h 1424940"/>
                  <a:gd name="connsiteX233" fmla="*/ 2684241 w 6095524"/>
                  <a:gd name="connsiteY233" fmla="*/ 1208151 h 1424940"/>
                  <a:gd name="connsiteX234" fmla="*/ 2712244 w 6095524"/>
                  <a:gd name="connsiteY234" fmla="*/ 1210056 h 1424940"/>
                  <a:gd name="connsiteX235" fmla="*/ 2728055 w 6095524"/>
                  <a:gd name="connsiteY235" fmla="*/ 1212914 h 1424940"/>
                  <a:gd name="connsiteX236" fmla="*/ 2763869 w 6095524"/>
                  <a:gd name="connsiteY236" fmla="*/ 1232821 h 1424940"/>
                  <a:gd name="connsiteX237" fmla="*/ 2783491 w 6095524"/>
                  <a:gd name="connsiteY237" fmla="*/ 1237298 h 1424940"/>
                  <a:gd name="connsiteX238" fmla="*/ 2842546 w 6095524"/>
                  <a:gd name="connsiteY238" fmla="*/ 1236917 h 1424940"/>
                  <a:gd name="connsiteX239" fmla="*/ 2931128 w 6095524"/>
                  <a:gd name="connsiteY239" fmla="*/ 1206913 h 1424940"/>
                  <a:gd name="connsiteX240" fmla="*/ 2940368 w 6095524"/>
                  <a:gd name="connsiteY240" fmla="*/ 1202912 h 1424940"/>
                  <a:gd name="connsiteX241" fmla="*/ 2985421 w 6095524"/>
                  <a:gd name="connsiteY241" fmla="*/ 1197959 h 1424940"/>
                  <a:gd name="connsiteX242" fmla="*/ 3015996 w 6095524"/>
                  <a:gd name="connsiteY242" fmla="*/ 1204722 h 1424940"/>
                  <a:gd name="connsiteX243" fmla="*/ 3057621 w 6095524"/>
                  <a:gd name="connsiteY243" fmla="*/ 1218724 h 1424940"/>
                  <a:gd name="connsiteX244" fmla="*/ 3095054 w 6095524"/>
                  <a:gd name="connsiteY244" fmla="*/ 1230440 h 1424940"/>
                  <a:gd name="connsiteX245" fmla="*/ 3122295 w 6095524"/>
                  <a:gd name="connsiteY245" fmla="*/ 1243679 h 1424940"/>
                  <a:gd name="connsiteX246" fmla="*/ 3184589 w 6095524"/>
                  <a:gd name="connsiteY246" fmla="*/ 1253395 h 1424940"/>
                  <a:gd name="connsiteX247" fmla="*/ 3191066 w 6095524"/>
                  <a:gd name="connsiteY247" fmla="*/ 1255014 h 1424940"/>
                  <a:gd name="connsiteX248" fmla="*/ 3237929 w 6095524"/>
                  <a:gd name="connsiteY248" fmla="*/ 1243203 h 1424940"/>
                  <a:gd name="connsiteX249" fmla="*/ 3294221 w 6095524"/>
                  <a:gd name="connsiteY249" fmla="*/ 1231202 h 1424940"/>
                  <a:gd name="connsiteX250" fmla="*/ 3314319 w 6095524"/>
                  <a:gd name="connsiteY250" fmla="*/ 1235297 h 1424940"/>
                  <a:gd name="connsiteX251" fmla="*/ 3341846 w 6095524"/>
                  <a:gd name="connsiteY251" fmla="*/ 1241108 h 1424940"/>
                  <a:gd name="connsiteX252" fmla="*/ 3367373 w 6095524"/>
                  <a:gd name="connsiteY252" fmla="*/ 1238060 h 1424940"/>
                  <a:gd name="connsiteX253" fmla="*/ 3382899 w 6095524"/>
                  <a:gd name="connsiteY253" fmla="*/ 1237774 h 1424940"/>
                  <a:gd name="connsiteX254" fmla="*/ 3453765 w 6095524"/>
                  <a:gd name="connsiteY254" fmla="*/ 1273397 h 1424940"/>
                  <a:gd name="connsiteX255" fmla="*/ 3471767 w 6095524"/>
                  <a:gd name="connsiteY255" fmla="*/ 1276350 h 1424940"/>
                  <a:gd name="connsiteX256" fmla="*/ 3481959 w 6095524"/>
                  <a:gd name="connsiteY256" fmla="*/ 1280732 h 1424940"/>
                  <a:gd name="connsiteX257" fmla="*/ 3543396 w 6095524"/>
                  <a:gd name="connsiteY257" fmla="*/ 1324928 h 1424940"/>
                  <a:gd name="connsiteX258" fmla="*/ 3569494 w 6095524"/>
                  <a:gd name="connsiteY258" fmla="*/ 1333881 h 1424940"/>
                  <a:gd name="connsiteX259" fmla="*/ 3598164 w 6095524"/>
                  <a:gd name="connsiteY259" fmla="*/ 1332071 h 1424940"/>
                  <a:gd name="connsiteX260" fmla="*/ 3614738 w 6095524"/>
                  <a:gd name="connsiteY260" fmla="*/ 1328833 h 1424940"/>
                  <a:gd name="connsiteX261" fmla="*/ 3655886 w 6095524"/>
                  <a:gd name="connsiteY261" fmla="*/ 1300734 h 1424940"/>
                  <a:gd name="connsiteX262" fmla="*/ 3679317 w 6095524"/>
                  <a:gd name="connsiteY262" fmla="*/ 1301687 h 1424940"/>
                  <a:gd name="connsiteX263" fmla="*/ 3715893 w 6095524"/>
                  <a:gd name="connsiteY263" fmla="*/ 1321022 h 1424940"/>
                  <a:gd name="connsiteX264" fmla="*/ 3782282 w 6095524"/>
                  <a:gd name="connsiteY264" fmla="*/ 1329690 h 1424940"/>
                  <a:gd name="connsiteX265" fmla="*/ 3816001 w 6095524"/>
                  <a:gd name="connsiteY265" fmla="*/ 1302639 h 1424940"/>
                  <a:gd name="connsiteX266" fmla="*/ 3833431 w 6095524"/>
                  <a:gd name="connsiteY266" fmla="*/ 1276636 h 1424940"/>
                  <a:gd name="connsiteX267" fmla="*/ 3883819 w 6095524"/>
                  <a:gd name="connsiteY267" fmla="*/ 1246442 h 1424940"/>
                  <a:gd name="connsiteX268" fmla="*/ 3895821 w 6095524"/>
                  <a:gd name="connsiteY268" fmla="*/ 1257681 h 1424940"/>
                  <a:gd name="connsiteX269" fmla="*/ 3932778 w 6095524"/>
                  <a:gd name="connsiteY269" fmla="*/ 1262444 h 1424940"/>
                  <a:gd name="connsiteX270" fmla="*/ 3972782 w 6095524"/>
                  <a:gd name="connsiteY270" fmla="*/ 1262063 h 1424940"/>
                  <a:gd name="connsiteX271" fmla="*/ 4042505 w 6095524"/>
                  <a:gd name="connsiteY271" fmla="*/ 1267111 h 1424940"/>
                  <a:gd name="connsiteX272" fmla="*/ 4088892 w 6095524"/>
                  <a:gd name="connsiteY272" fmla="*/ 1238250 h 1424940"/>
                  <a:gd name="connsiteX273" fmla="*/ 4106609 w 6095524"/>
                  <a:gd name="connsiteY273" fmla="*/ 1226344 h 1424940"/>
                  <a:gd name="connsiteX274" fmla="*/ 4123182 w 6095524"/>
                  <a:gd name="connsiteY274" fmla="*/ 1218724 h 1424940"/>
                  <a:gd name="connsiteX275" fmla="*/ 4142328 w 6095524"/>
                  <a:gd name="connsiteY275" fmla="*/ 1214438 h 1424940"/>
                  <a:gd name="connsiteX276" fmla="*/ 4188524 w 6095524"/>
                  <a:gd name="connsiteY276" fmla="*/ 1198245 h 1424940"/>
                  <a:gd name="connsiteX277" fmla="*/ 4213860 w 6095524"/>
                  <a:gd name="connsiteY277" fmla="*/ 1182338 h 1424940"/>
                  <a:gd name="connsiteX278" fmla="*/ 4270820 w 6095524"/>
                  <a:gd name="connsiteY278" fmla="*/ 1167003 h 1424940"/>
                  <a:gd name="connsiteX279" fmla="*/ 4309587 w 6095524"/>
                  <a:gd name="connsiteY279" fmla="*/ 1153287 h 1424940"/>
                  <a:gd name="connsiteX280" fmla="*/ 4350449 w 6095524"/>
                  <a:gd name="connsiteY280" fmla="*/ 1129665 h 1424940"/>
                  <a:gd name="connsiteX281" fmla="*/ 4356164 w 6095524"/>
                  <a:gd name="connsiteY281" fmla="*/ 1126046 h 1424940"/>
                  <a:gd name="connsiteX282" fmla="*/ 4369880 w 6095524"/>
                  <a:gd name="connsiteY282" fmla="*/ 1110520 h 1424940"/>
                  <a:gd name="connsiteX283" fmla="*/ 4389787 w 6095524"/>
                  <a:gd name="connsiteY283" fmla="*/ 1057085 h 1424940"/>
                  <a:gd name="connsiteX284" fmla="*/ 4395502 w 6095524"/>
                  <a:gd name="connsiteY284" fmla="*/ 1046226 h 1424940"/>
                  <a:gd name="connsiteX285" fmla="*/ 4447413 w 6095524"/>
                  <a:gd name="connsiteY285" fmla="*/ 1009650 h 1424940"/>
                  <a:gd name="connsiteX286" fmla="*/ 4466654 w 6095524"/>
                  <a:gd name="connsiteY286" fmla="*/ 1013079 h 1424940"/>
                  <a:gd name="connsiteX287" fmla="*/ 4487894 w 6095524"/>
                  <a:gd name="connsiteY287" fmla="*/ 1025081 h 1424940"/>
                  <a:gd name="connsiteX288" fmla="*/ 4534472 w 6095524"/>
                  <a:gd name="connsiteY288" fmla="*/ 1028224 h 1424940"/>
                  <a:gd name="connsiteX289" fmla="*/ 4551903 w 6095524"/>
                  <a:gd name="connsiteY289" fmla="*/ 1022033 h 1424940"/>
                  <a:gd name="connsiteX290" fmla="*/ 4582382 w 6095524"/>
                  <a:gd name="connsiteY290" fmla="*/ 1005364 h 1424940"/>
                  <a:gd name="connsiteX291" fmla="*/ 4605909 w 6095524"/>
                  <a:gd name="connsiteY291" fmla="*/ 979551 h 1424940"/>
                  <a:gd name="connsiteX292" fmla="*/ 4640104 w 6095524"/>
                  <a:gd name="connsiteY292" fmla="*/ 936879 h 1424940"/>
                  <a:gd name="connsiteX293" fmla="*/ 4705731 w 6095524"/>
                  <a:gd name="connsiteY293" fmla="*/ 920591 h 1424940"/>
                  <a:gd name="connsiteX294" fmla="*/ 4730973 w 6095524"/>
                  <a:gd name="connsiteY294" fmla="*/ 915162 h 1424940"/>
                  <a:gd name="connsiteX295" fmla="*/ 4822794 w 6095524"/>
                  <a:gd name="connsiteY295" fmla="*/ 892397 h 1424940"/>
                  <a:gd name="connsiteX296" fmla="*/ 4830794 w 6095524"/>
                  <a:gd name="connsiteY296" fmla="*/ 891635 h 1424940"/>
                  <a:gd name="connsiteX297" fmla="*/ 4894421 w 6095524"/>
                  <a:gd name="connsiteY297" fmla="*/ 865442 h 1424940"/>
                  <a:gd name="connsiteX298" fmla="*/ 4909756 w 6095524"/>
                  <a:gd name="connsiteY298" fmla="*/ 858964 h 1424940"/>
                  <a:gd name="connsiteX299" fmla="*/ 4928521 w 6095524"/>
                  <a:gd name="connsiteY299" fmla="*/ 842391 h 1424940"/>
                  <a:gd name="connsiteX300" fmla="*/ 4945857 w 6095524"/>
                  <a:gd name="connsiteY300" fmla="*/ 795623 h 1424940"/>
                  <a:gd name="connsiteX301" fmla="*/ 4966145 w 6095524"/>
                  <a:gd name="connsiteY301" fmla="*/ 774287 h 1424940"/>
                  <a:gd name="connsiteX302" fmla="*/ 4980909 w 6095524"/>
                  <a:gd name="connsiteY302" fmla="*/ 761333 h 1424940"/>
                  <a:gd name="connsiteX303" fmla="*/ 4993862 w 6095524"/>
                  <a:gd name="connsiteY303" fmla="*/ 741712 h 1424940"/>
                  <a:gd name="connsiteX304" fmla="*/ 5006816 w 6095524"/>
                  <a:gd name="connsiteY304" fmla="*/ 694754 h 1424940"/>
                  <a:gd name="connsiteX305" fmla="*/ 5026724 w 6095524"/>
                  <a:gd name="connsiteY305" fmla="*/ 653129 h 1424940"/>
                  <a:gd name="connsiteX306" fmla="*/ 5062538 w 6095524"/>
                  <a:gd name="connsiteY306" fmla="*/ 630079 h 1424940"/>
                  <a:gd name="connsiteX307" fmla="*/ 5084731 w 6095524"/>
                  <a:gd name="connsiteY307" fmla="*/ 617982 h 1424940"/>
                  <a:gd name="connsiteX308" fmla="*/ 5172647 w 6095524"/>
                  <a:gd name="connsiteY308" fmla="*/ 630174 h 1424940"/>
                  <a:gd name="connsiteX309" fmla="*/ 5232654 w 6095524"/>
                  <a:gd name="connsiteY309" fmla="*/ 642080 h 1424940"/>
                  <a:gd name="connsiteX310" fmla="*/ 5252371 w 6095524"/>
                  <a:gd name="connsiteY310" fmla="*/ 637508 h 1424940"/>
                  <a:gd name="connsiteX311" fmla="*/ 5308092 w 6095524"/>
                  <a:gd name="connsiteY311" fmla="*/ 598646 h 1424940"/>
                  <a:gd name="connsiteX312" fmla="*/ 5363147 w 6095524"/>
                  <a:gd name="connsiteY312" fmla="*/ 581311 h 1424940"/>
                  <a:gd name="connsiteX313" fmla="*/ 5404580 w 6095524"/>
                  <a:gd name="connsiteY313" fmla="*/ 576358 h 1424940"/>
                  <a:gd name="connsiteX314" fmla="*/ 5440203 w 6095524"/>
                  <a:gd name="connsiteY314" fmla="*/ 572548 h 1424940"/>
                  <a:gd name="connsiteX315" fmla="*/ 5482971 w 6095524"/>
                  <a:gd name="connsiteY315" fmla="*/ 561880 h 1424940"/>
                  <a:gd name="connsiteX316" fmla="*/ 5507165 w 6095524"/>
                  <a:gd name="connsiteY316" fmla="*/ 550259 h 1424940"/>
                  <a:gd name="connsiteX317" fmla="*/ 5545645 w 6095524"/>
                  <a:gd name="connsiteY317" fmla="*/ 533591 h 1424940"/>
                  <a:gd name="connsiteX318" fmla="*/ 5585079 w 6095524"/>
                  <a:gd name="connsiteY318" fmla="*/ 511969 h 1424940"/>
                  <a:gd name="connsiteX319" fmla="*/ 5615368 w 6095524"/>
                  <a:gd name="connsiteY319" fmla="*/ 481679 h 1424940"/>
                  <a:gd name="connsiteX320" fmla="*/ 5631656 w 6095524"/>
                  <a:gd name="connsiteY320" fmla="*/ 456152 h 1424940"/>
                  <a:gd name="connsiteX321" fmla="*/ 5679377 w 6095524"/>
                  <a:gd name="connsiteY321" fmla="*/ 419576 h 1424940"/>
                  <a:gd name="connsiteX322" fmla="*/ 5722525 w 6095524"/>
                  <a:gd name="connsiteY322" fmla="*/ 350615 h 1424940"/>
                  <a:gd name="connsiteX323" fmla="*/ 5749576 w 6095524"/>
                  <a:gd name="connsiteY323" fmla="*/ 321945 h 1424940"/>
                  <a:gd name="connsiteX324" fmla="*/ 5764911 w 6095524"/>
                  <a:gd name="connsiteY324" fmla="*/ 313849 h 1424940"/>
                  <a:gd name="connsiteX325" fmla="*/ 5791009 w 6095524"/>
                  <a:gd name="connsiteY325" fmla="*/ 293942 h 1424940"/>
                  <a:gd name="connsiteX326" fmla="*/ 5806440 w 6095524"/>
                  <a:gd name="connsiteY326" fmla="*/ 279178 h 1424940"/>
                  <a:gd name="connsiteX327" fmla="*/ 5848636 w 6095524"/>
                  <a:gd name="connsiteY327" fmla="*/ 224885 h 1424940"/>
                  <a:gd name="connsiteX328" fmla="*/ 5861590 w 6095524"/>
                  <a:gd name="connsiteY328" fmla="*/ 208788 h 1424940"/>
                  <a:gd name="connsiteX329" fmla="*/ 5888355 w 6095524"/>
                  <a:gd name="connsiteY329" fmla="*/ 181166 h 1424940"/>
                  <a:gd name="connsiteX330" fmla="*/ 5900071 w 6095524"/>
                  <a:gd name="connsiteY330" fmla="*/ 172784 h 1424940"/>
                  <a:gd name="connsiteX331" fmla="*/ 5920740 w 6095524"/>
                  <a:gd name="connsiteY331" fmla="*/ 150305 h 1424940"/>
                  <a:gd name="connsiteX332" fmla="*/ 5969985 w 6095524"/>
                  <a:gd name="connsiteY332" fmla="*/ 91345 h 1424940"/>
                  <a:gd name="connsiteX333" fmla="*/ 5991130 w 6095524"/>
                  <a:gd name="connsiteY333" fmla="*/ 58293 h 1424940"/>
                  <a:gd name="connsiteX334" fmla="*/ 6033325 w 6095524"/>
                  <a:gd name="connsiteY334" fmla="*/ 33909 h 1424940"/>
                  <a:gd name="connsiteX335" fmla="*/ 6054376 w 6095524"/>
                  <a:gd name="connsiteY335" fmla="*/ 20955 h 1424940"/>
                  <a:gd name="connsiteX336" fmla="*/ 6095524 w 6095524"/>
                  <a:gd name="connsiteY336" fmla="*/ 0 h 14249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  <a:cxn ang="0">
                    <a:pos x="connsiteX288" y="connsiteY288"/>
                  </a:cxn>
                  <a:cxn ang="0">
                    <a:pos x="connsiteX289" y="connsiteY289"/>
                  </a:cxn>
                  <a:cxn ang="0">
                    <a:pos x="connsiteX290" y="connsiteY290"/>
                  </a:cxn>
                  <a:cxn ang="0">
                    <a:pos x="connsiteX291" y="connsiteY291"/>
                  </a:cxn>
                  <a:cxn ang="0">
                    <a:pos x="connsiteX292" y="connsiteY292"/>
                  </a:cxn>
                  <a:cxn ang="0">
                    <a:pos x="connsiteX293" y="connsiteY293"/>
                  </a:cxn>
                  <a:cxn ang="0">
                    <a:pos x="connsiteX294" y="connsiteY294"/>
                  </a:cxn>
                  <a:cxn ang="0">
                    <a:pos x="connsiteX295" y="connsiteY295"/>
                  </a:cxn>
                  <a:cxn ang="0">
                    <a:pos x="connsiteX296" y="connsiteY296"/>
                  </a:cxn>
                  <a:cxn ang="0">
                    <a:pos x="connsiteX297" y="connsiteY297"/>
                  </a:cxn>
                  <a:cxn ang="0">
                    <a:pos x="connsiteX298" y="connsiteY298"/>
                  </a:cxn>
                  <a:cxn ang="0">
                    <a:pos x="connsiteX299" y="connsiteY299"/>
                  </a:cxn>
                  <a:cxn ang="0">
                    <a:pos x="connsiteX300" y="connsiteY300"/>
                  </a:cxn>
                  <a:cxn ang="0">
                    <a:pos x="connsiteX301" y="connsiteY301"/>
                  </a:cxn>
                  <a:cxn ang="0">
                    <a:pos x="connsiteX302" y="connsiteY302"/>
                  </a:cxn>
                  <a:cxn ang="0">
                    <a:pos x="connsiteX303" y="connsiteY303"/>
                  </a:cxn>
                  <a:cxn ang="0">
                    <a:pos x="connsiteX304" y="connsiteY304"/>
                  </a:cxn>
                  <a:cxn ang="0">
                    <a:pos x="connsiteX305" y="connsiteY305"/>
                  </a:cxn>
                  <a:cxn ang="0">
                    <a:pos x="connsiteX306" y="connsiteY306"/>
                  </a:cxn>
                  <a:cxn ang="0">
                    <a:pos x="connsiteX307" y="connsiteY307"/>
                  </a:cxn>
                  <a:cxn ang="0">
                    <a:pos x="connsiteX308" y="connsiteY308"/>
                  </a:cxn>
                  <a:cxn ang="0">
                    <a:pos x="connsiteX309" y="connsiteY309"/>
                  </a:cxn>
                  <a:cxn ang="0">
                    <a:pos x="connsiteX310" y="connsiteY310"/>
                  </a:cxn>
                  <a:cxn ang="0">
                    <a:pos x="connsiteX311" y="connsiteY311"/>
                  </a:cxn>
                  <a:cxn ang="0">
                    <a:pos x="connsiteX312" y="connsiteY312"/>
                  </a:cxn>
                  <a:cxn ang="0">
                    <a:pos x="connsiteX313" y="connsiteY313"/>
                  </a:cxn>
                  <a:cxn ang="0">
                    <a:pos x="connsiteX314" y="connsiteY314"/>
                  </a:cxn>
                  <a:cxn ang="0">
                    <a:pos x="connsiteX315" y="connsiteY315"/>
                  </a:cxn>
                  <a:cxn ang="0">
                    <a:pos x="connsiteX316" y="connsiteY316"/>
                  </a:cxn>
                  <a:cxn ang="0">
                    <a:pos x="connsiteX317" y="connsiteY317"/>
                  </a:cxn>
                  <a:cxn ang="0">
                    <a:pos x="connsiteX318" y="connsiteY318"/>
                  </a:cxn>
                  <a:cxn ang="0">
                    <a:pos x="connsiteX319" y="connsiteY319"/>
                  </a:cxn>
                  <a:cxn ang="0">
                    <a:pos x="connsiteX320" y="connsiteY320"/>
                  </a:cxn>
                  <a:cxn ang="0">
                    <a:pos x="connsiteX321" y="connsiteY321"/>
                  </a:cxn>
                  <a:cxn ang="0">
                    <a:pos x="connsiteX322" y="connsiteY322"/>
                  </a:cxn>
                  <a:cxn ang="0">
                    <a:pos x="connsiteX323" y="connsiteY323"/>
                  </a:cxn>
                  <a:cxn ang="0">
                    <a:pos x="connsiteX324" y="connsiteY324"/>
                  </a:cxn>
                  <a:cxn ang="0">
                    <a:pos x="connsiteX325" y="connsiteY325"/>
                  </a:cxn>
                  <a:cxn ang="0">
                    <a:pos x="connsiteX326" y="connsiteY326"/>
                  </a:cxn>
                  <a:cxn ang="0">
                    <a:pos x="connsiteX327" y="connsiteY327"/>
                  </a:cxn>
                  <a:cxn ang="0">
                    <a:pos x="connsiteX328" y="connsiteY328"/>
                  </a:cxn>
                  <a:cxn ang="0">
                    <a:pos x="connsiteX329" y="connsiteY329"/>
                  </a:cxn>
                  <a:cxn ang="0">
                    <a:pos x="connsiteX330" y="connsiteY330"/>
                  </a:cxn>
                  <a:cxn ang="0">
                    <a:pos x="connsiteX331" y="connsiteY331"/>
                  </a:cxn>
                  <a:cxn ang="0">
                    <a:pos x="connsiteX332" y="connsiteY332"/>
                  </a:cxn>
                  <a:cxn ang="0">
                    <a:pos x="connsiteX333" y="connsiteY333"/>
                  </a:cxn>
                  <a:cxn ang="0">
                    <a:pos x="connsiteX334" y="connsiteY334"/>
                  </a:cxn>
                  <a:cxn ang="0">
                    <a:pos x="connsiteX335" y="connsiteY335"/>
                  </a:cxn>
                  <a:cxn ang="0">
                    <a:pos x="connsiteX336" y="connsiteY336"/>
                  </a:cxn>
                </a:cxnLst>
                <a:rect l="l" t="t" r="r" b="b"/>
                <a:pathLst>
                  <a:path w="6095524" h="1424940">
                    <a:moveTo>
                      <a:pt x="6095524" y="0"/>
                    </a:moveTo>
                    <a:cubicBezTo>
                      <a:pt x="6095524" y="7811"/>
                      <a:pt x="6095524" y="12573"/>
                      <a:pt x="6095524" y="17431"/>
                    </a:cubicBezTo>
                    <a:lnTo>
                      <a:pt x="6095524" y="216290"/>
                    </a:lnTo>
                    <a:lnTo>
                      <a:pt x="6079998" y="230600"/>
                    </a:lnTo>
                    <a:cubicBezTo>
                      <a:pt x="6058567" y="241363"/>
                      <a:pt x="6035706" y="251079"/>
                      <a:pt x="6012751" y="260699"/>
                    </a:cubicBezTo>
                    <a:cubicBezTo>
                      <a:pt x="6006084" y="263462"/>
                      <a:pt x="5998749" y="264986"/>
                      <a:pt x="5992749" y="268700"/>
                    </a:cubicBezTo>
                    <a:cubicBezTo>
                      <a:pt x="5965126" y="285655"/>
                      <a:pt x="5938361" y="303943"/>
                      <a:pt x="5910358" y="320231"/>
                    </a:cubicBezTo>
                    <a:cubicBezTo>
                      <a:pt x="5881497" y="337090"/>
                      <a:pt x="5855684" y="356997"/>
                      <a:pt x="5835777" y="383953"/>
                    </a:cubicBezTo>
                    <a:cubicBezTo>
                      <a:pt x="5817298" y="409004"/>
                      <a:pt x="5799391" y="434435"/>
                      <a:pt x="5781008" y="459581"/>
                    </a:cubicBezTo>
                    <a:cubicBezTo>
                      <a:pt x="5776341" y="465963"/>
                      <a:pt x="5772054" y="473488"/>
                      <a:pt x="5765673" y="477584"/>
                    </a:cubicBezTo>
                    <a:cubicBezTo>
                      <a:pt x="5752433" y="486156"/>
                      <a:pt x="5737955" y="493109"/>
                      <a:pt x="5723763" y="500158"/>
                    </a:cubicBezTo>
                    <a:cubicBezTo>
                      <a:pt x="5711571" y="506159"/>
                      <a:pt x="5698617" y="510635"/>
                      <a:pt x="5686711" y="517112"/>
                    </a:cubicBezTo>
                    <a:cubicBezTo>
                      <a:pt x="5677186" y="522256"/>
                      <a:pt x="5668708" y="529400"/>
                      <a:pt x="5659850" y="535877"/>
                    </a:cubicBezTo>
                    <a:cubicBezTo>
                      <a:pt x="5652135" y="541496"/>
                      <a:pt x="5643658" y="546354"/>
                      <a:pt x="5637181" y="553117"/>
                    </a:cubicBezTo>
                    <a:cubicBezTo>
                      <a:pt x="5621369" y="569500"/>
                      <a:pt x="5605462" y="585597"/>
                      <a:pt x="5585841" y="597694"/>
                    </a:cubicBezTo>
                    <a:cubicBezTo>
                      <a:pt x="5566505" y="609695"/>
                      <a:pt x="5548217" y="623126"/>
                      <a:pt x="5528977" y="635318"/>
                    </a:cubicBezTo>
                    <a:cubicBezTo>
                      <a:pt x="5510117" y="647224"/>
                      <a:pt x="5493067" y="660273"/>
                      <a:pt x="5483256" y="681419"/>
                    </a:cubicBezTo>
                    <a:cubicBezTo>
                      <a:pt x="5478875" y="690753"/>
                      <a:pt x="5472684" y="700945"/>
                      <a:pt x="5464397" y="706374"/>
                    </a:cubicBezTo>
                    <a:cubicBezTo>
                      <a:pt x="5452586" y="714089"/>
                      <a:pt x="5437632" y="716852"/>
                      <a:pt x="5424773" y="723424"/>
                    </a:cubicBezTo>
                    <a:cubicBezTo>
                      <a:pt x="5409628" y="731139"/>
                      <a:pt x="5392103" y="737807"/>
                      <a:pt x="5381815" y="750094"/>
                    </a:cubicBezTo>
                    <a:cubicBezTo>
                      <a:pt x="5372671" y="761048"/>
                      <a:pt x="5363432" y="769620"/>
                      <a:pt x="5351335" y="776573"/>
                    </a:cubicBezTo>
                    <a:cubicBezTo>
                      <a:pt x="5342858" y="781431"/>
                      <a:pt x="5336572" y="790289"/>
                      <a:pt x="5327809" y="794290"/>
                    </a:cubicBezTo>
                    <a:cubicBezTo>
                      <a:pt x="5316284" y="799624"/>
                      <a:pt x="5304663" y="803815"/>
                      <a:pt x="5294566" y="812102"/>
                    </a:cubicBezTo>
                    <a:cubicBezTo>
                      <a:pt x="5284089" y="820674"/>
                      <a:pt x="5272183" y="827437"/>
                      <a:pt x="5261229" y="835438"/>
                    </a:cubicBezTo>
                    <a:cubicBezTo>
                      <a:pt x="5255419" y="839724"/>
                      <a:pt x="5250656" y="845344"/>
                      <a:pt x="5245037" y="849821"/>
                    </a:cubicBezTo>
                    <a:cubicBezTo>
                      <a:pt x="5234750" y="858012"/>
                      <a:pt x="5224272" y="866013"/>
                      <a:pt x="5213699" y="873728"/>
                    </a:cubicBezTo>
                    <a:cubicBezTo>
                      <a:pt x="5203127" y="881444"/>
                      <a:pt x="5193030" y="890397"/>
                      <a:pt x="5181409" y="896017"/>
                    </a:cubicBezTo>
                    <a:cubicBezTo>
                      <a:pt x="5161598" y="905542"/>
                      <a:pt x="5139976" y="911257"/>
                      <a:pt x="5120735" y="921544"/>
                    </a:cubicBezTo>
                    <a:cubicBezTo>
                      <a:pt x="5101209" y="932021"/>
                      <a:pt x="5082826" y="945166"/>
                      <a:pt x="5065490" y="959072"/>
                    </a:cubicBezTo>
                    <a:cubicBezTo>
                      <a:pt x="5051774" y="970026"/>
                      <a:pt x="5038916" y="980885"/>
                      <a:pt x="5021675" y="986504"/>
                    </a:cubicBezTo>
                    <a:cubicBezTo>
                      <a:pt x="5012055" y="989648"/>
                      <a:pt x="5001959" y="996506"/>
                      <a:pt x="4996148" y="1004507"/>
                    </a:cubicBezTo>
                    <a:cubicBezTo>
                      <a:pt x="4983575" y="1021937"/>
                      <a:pt x="4967478" y="1034225"/>
                      <a:pt x="4949285" y="1044702"/>
                    </a:cubicBezTo>
                    <a:cubicBezTo>
                      <a:pt x="4924996" y="1058799"/>
                      <a:pt x="4900993" y="1073182"/>
                      <a:pt x="4876609" y="1086993"/>
                    </a:cubicBezTo>
                    <a:cubicBezTo>
                      <a:pt x="4862227" y="1095185"/>
                      <a:pt x="4847940" y="1103852"/>
                      <a:pt x="4832699" y="1109853"/>
                    </a:cubicBezTo>
                    <a:cubicBezTo>
                      <a:pt x="4801553" y="1122236"/>
                      <a:pt x="4769644" y="1132808"/>
                      <a:pt x="4738211" y="1144334"/>
                    </a:cubicBezTo>
                    <a:cubicBezTo>
                      <a:pt x="4727924" y="1148048"/>
                      <a:pt x="4718209" y="1153382"/>
                      <a:pt x="4707731" y="1156621"/>
                    </a:cubicBezTo>
                    <a:cubicBezTo>
                      <a:pt x="4696396" y="1160145"/>
                      <a:pt x="4684205" y="1161193"/>
                      <a:pt x="4672870" y="1164717"/>
                    </a:cubicBezTo>
                    <a:cubicBezTo>
                      <a:pt x="4654010" y="1170527"/>
                      <a:pt x="4635722" y="1177957"/>
                      <a:pt x="4616863" y="1183862"/>
                    </a:cubicBezTo>
                    <a:cubicBezTo>
                      <a:pt x="4580477" y="1195197"/>
                      <a:pt x="4543996" y="1206056"/>
                      <a:pt x="4507516" y="1216819"/>
                    </a:cubicBezTo>
                    <a:cubicBezTo>
                      <a:pt x="4499706" y="1219105"/>
                      <a:pt x="4491228" y="1219391"/>
                      <a:pt x="4483513" y="1221867"/>
                    </a:cubicBezTo>
                    <a:cubicBezTo>
                      <a:pt x="4463034" y="1228535"/>
                      <a:pt x="4442650" y="1235773"/>
                      <a:pt x="4422362" y="1243108"/>
                    </a:cubicBezTo>
                    <a:cubicBezTo>
                      <a:pt x="4410075" y="1247585"/>
                      <a:pt x="4398073" y="1253109"/>
                      <a:pt x="4385691" y="1257395"/>
                    </a:cubicBezTo>
                    <a:cubicBezTo>
                      <a:pt x="4375785" y="1260824"/>
                      <a:pt x="4365593" y="1263491"/>
                      <a:pt x="4355306" y="1265587"/>
                    </a:cubicBezTo>
                    <a:cubicBezTo>
                      <a:pt x="4346448" y="1267397"/>
                      <a:pt x="4337209" y="1267206"/>
                      <a:pt x="4328446" y="1269397"/>
                    </a:cubicBezTo>
                    <a:cubicBezTo>
                      <a:pt x="4304728" y="1275302"/>
                      <a:pt x="4281297" y="1281970"/>
                      <a:pt x="4257770" y="1288256"/>
                    </a:cubicBezTo>
                    <a:cubicBezTo>
                      <a:pt x="4248341" y="1290733"/>
                      <a:pt x="4238720" y="1292543"/>
                      <a:pt x="4229576" y="1295686"/>
                    </a:cubicBezTo>
                    <a:cubicBezTo>
                      <a:pt x="4205097" y="1303973"/>
                      <a:pt x="4180999" y="1313402"/>
                      <a:pt x="4156424" y="1321213"/>
                    </a:cubicBezTo>
                    <a:cubicBezTo>
                      <a:pt x="4136041" y="1327690"/>
                      <a:pt x="4115086" y="1332357"/>
                      <a:pt x="4094416" y="1338072"/>
                    </a:cubicBezTo>
                    <a:cubicBezTo>
                      <a:pt x="4085653" y="1340549"/>
                      <a:pt x="4077271" y="1344073"/>
                      <a:pt x="4068509" y="1346168"/>
                    </a:cubicBezTo>
                    <a:cubicBezTo>
                      <a:pt x="4048887" y="1350931"/>
                      <a:pt x="4028980" y="1354931"/>
                      <a:pt x="4009263" y="1359694"/>
                    </a:cubicBezTo>
                    <a:cubicBezTo>
                      <a:pt x="3998023" y="1362456"/>
                      <a:pt x="3987165" y="1367409"/>
                      <a:pt x="3975735" y="1369219"/>
                    </a:cubicBezTo>
                    <a:cubicBezTo>
                      <a:pt x="3948589" y="1373505"/>
                      <a:pt x="3921252" y="1376553"/>
                      <a:pt x="3893915" y="1379982"/>
                    </a:cubicBezTo>
                    <a:cubicBezTo>
                      <a:pt x="3865722" y="1383506"/>
                      <a:pt x="3837623" y="1387221"/>
                      <a:pt x="3809428" y="1390364"/>
                    </a:cubicBezTo>
                    <a:cubicBezTo>
                      <a:pt x="3793998" y="1391984"/>
                      <a:pt x="3778472" y="1392269"/>
                      <a:pt x="3763042" y="1393793"/>
                    </a:cubicBezTo>
                    <a:cubicBezTo>
                      <a:pt x="3749516" y="1395127"/>
                      <a:pt x="3736086" y="1397603"/>
                      <a:pt x="3722561" y="1399223"/>
                    </a:cubicBezTo>
                    <a:cubicBezTo>
                      <a:pt x="3710845" y="1400556"/>
                      <a:pt x="3699034" y="1401318"/>
                      <a:pt x="3687318" y="1402652"/>
                    </a:cubicBezTo>
                    <a:cubicBezTo>
                      <a:pt x="3668554" y="1404842"/>
                      <a:pt x="3649885" y="1407319"/>
                      <a:pt x="3631216" y="1409605"/>
                    </a:cubicBezTo>
                    <a:cubicBezTo>
                      <a:pt x="3623406" y="1410462"/>
                      <a:pt x="3615214" y="1412843"/>
                      <a:pt x="3607880" y="1411415"/>
                    </a:cubicBezTo>
                    <a:cubicBezTo>
                      <a:pt x="3589401" y="1407795"/>
                      <a:pt x="3571208" y="1408843"/>
                      <a:pt x="3552825" y="1411319"/>
                    </a:cubicBezTo>
                    <a:cubicBezTo>
                      <a:pt x="3546539" y="1412177"/>
                      <a:pt x="3539776" y="1411986"/>
                      <a:pt x="3533680" y="1410367"/>
                    </a:cubicBezTo>
                    <a:cubicBezTo>
                      <a:pt x="3521202" y="1407128"/>
                      <a:pt x="3509106" y="1402556"/>
                      <a:pt x="3496818" y="1398556"/>
                    </a:cubicBezTo>
                    <a:cubicBezTo>
                      <a:pt x="3495484" y="1398080"/>
                      <a:pt x="3493865" y="1397984"/>
                      <a:pt x="3492437" y="1397699"/>
                    </a:cubicBezTo>
                    <a:cubicBezTo>
                      <a:pt x="3484340" y="1396079"/>
                      <a:pt x="3476340" y="1394460"/>
                      <a:pt x="3468243" y="1393031"/>
                    </a:cubicBezTo>
                    <a:cubicBezTo>
                      <a:pt x="3463862" y="1392269"/>
                      <a:pt x="3459385" y="1392174"/>
                      <a:pt x="3455003" y="1391507"/>
                    </a:cubicBezTo>
                    <a:cubicBezTo>
                      <a:pt x="3438049" y="1388840"/>
                      <a:pt x="3419380" y="1393317"/>
                      <a:pt x="3404711" y="1381792"/>
                    </a:cubicBezTo>
                    <a:cubicBezTo>
                      <a:pt x="3395186" y="1374362"/>
                      <a:pt x="3385947" y="1376077"/>
                      <a:pt x="3375756" y="1377220"/>
                    </a:cubicBezTo>
                    <a:cubicBezTo>
                      <a:pt x="3368040" y="1378077"/>
                      <a:pt x="3360134" y="1377791"/>
                      <a:pt x="3352324" y="1377887"/>
                    </a:cubicBezTo>
                    <a:cubicBezTo>
                      <a:pt x="3338608" y="1378172"/>
                      <a:pt x="3324892" y="1378268"/>
                      <a:pt x="3311176" y="1378744"/>
                    </a:cubicBezTo>
                    <a:cubicBezTo>
                      <a:pt x="3306794" y="1378934"/>
                      <a:pt x="3302318" y="1381316"/>
                      <a:pt x="3298031" y="1380935"/>
                    </a:cubicBezTo>
                    <a:cubicBezTo>
                      <a:pt x="3278219" y="1379125"/>
                      <a:pt x="3258407" y="1376267"/>
                      <a:pt x="3238595" y="1374648"/>
                    </a:cubicBezTo>
                    <a:cubicBezTo>
                      <a:pt x="3227356" y="1373696"/>
                      <a:pt x="3215830" y="1375505"/>
                      <a:pt x="3204686" y="1374172"/>
                    </a:cubicBezTo>
                    <a:cubicBezTo>
                      <a:pt x="3191828" y="1372648"/>
                      <a:pt x="3179255" y="1368743"/>
                      <a:pt x="3166491" y="1366361"/>
                    </a:cubicBezTo>
                    <a:cubicBezTo>
                      <a:pt x="3162967" y="1365695"/>
                      <a:pt x="3159062" y="1366552"/>
                      <a:pt x="3155347" y="1366742"/>
                    </a:cubicBezTo>
                    <a:cubicBezTo>
                      <a:pt x="3151156" y="1366933"/>
                      <a:pt x="3147060" y="1367314"/>
                      <a:pt x="3142869" y="1367409"/>
                    </a:cubicBezTo>
                    <a:cubicBezTo>
                      <a:pt x="3130105" y="1367600"/>
                      <a:pt x="3117342" y="1367314"/>
                      <a:pt x="3104578" y="1367981"/>
                    </a:cubicBezTo>
                    <a:cubicBezTo>
                      <a:pt x="3096768" y="1368362"/>
                      <a:pt x="3088577" y="1372267"/>
                      <a:pt x="3081337" y="1370838"/>
                    </a:cubicBezTo>
                    <a:cubicBezTo>
                      <a:pt x="3066574" y="1368076"/>
                      <a:pt x="3051810" y="1374267"/>
                      <a:pt x="3037047" y="1369124"/>
                    </a:cubicBezTo>
                    <a:cubicBezTo>
                      <a:pt x="3032474" y="1367600"/>
                      <a:pt x="3026188" y="1371410"/>
                      <a:pt x="3020663" y="1371600"/>
                    </a:cubicBezTo>
                    <a:cubicBezTo>
                      <a:pt x="3006852" y="1372076"/>
                      <a:pt x="2993041" y="1371981"/>
                      <a:pt x="2979230" y="1371886"/>
                    </a:cubicBezTo>
                    <a:cubicBezTo>
                      <a:pt x="2966847" y="1371791"/>
                      <a:pt x="2953988" y="1373124"/>
                      <a:pt x="2942082" y="1370457"/>
                    </a:cubicBezTo>
                    <a:cubicBezTo>
                      <a:pt x="2929604" y="1367600"/>
                      <a:pt x="2918365" y="1367981"/>
                      <a:pt x="2906268" y="1371219"/>
                    </a:cubicBezTo>
                    <a:cubicBezTo>
                      <a:pt x="2897981" y="1373410"/>
                      <a:pt x="2889218" y="1373696"/>
                      <a:pt x="2880646" y="1374362"/>
                    </a:cubicBezTo>
                    <a:cubicBezTo>
                      <a:pt x="2871407" y="1375124"/>
                      <a:pt x="2861215" y="1373124"/>
                      <a:pt x="2852833" y="1376267"/>
                    </a:cubicBezTo>
                    <a:cubicBezTo>
                      <a:pt x="2827877" y="1385602"/>
                      <a:pt x="2802255" y="1387602"/>
                      <a:pt x="2776157" y="1387602"/>
                    </a:cubicBezTo>
                    <a:cubicBezTo>
                      <a:pt x="2771394" y="1387602"/>
                      <a:pt x="2766536" y="1386269"/>
                      <a:pt x="2761965" y="1384840"/>
                    </a:cubicBezTo>
                    <a:cubicBezTo>
                      <a:pt x="2735294" y="1376267"/>
                      <a:pt x="2708529" y="1377029"/>
                      <a:pt x="2681383" y="1382268"/>
                    </a:cubicBezTo>
                    <a:cubicBezTo>
                      <a:pt x="2675763" y="1383411"/>
                      <a:pt x="2669477" y="1383602"/>
                      <a:pt x="2663857" y="1382459"/>
                    </a:cubicBezTo>
                    <a:cubicBezTo>
                      <a:pt x="2648045" y="1379125"/>
                      <a:pt x="2632710" y="1373600"/>
                      <a:pt x="2616803" y="1371219"/>
                    </a:cubicBezTo>
                    <a:cubicBezTo>
                      <a:pt x="2590515" y="1367314"/>
                      <a:pt x="2567750" y="1380458"/>
                      <a:pt x="2544223" y="1389031"/>
                    </a:cubicBezTo>
                    <a:cubicBezTo>
                      <a:pt x="2521839" y="1397127"/>
                      <a:pt x="2502789" y="1415415"/>
                      <a:pt x="2476309" y="1411319"/>
                    </a:cubicBezTo>
                    <a:cubicBezTo>
                      <a:pt x="2473643" y="1410938"/>
                      <a:pt x="2470690" y="1413510"/>
                      <a:pt x="2467737" y="1414177"/>
                    </a:cubicBezTo>
                    <a:cubicBezTo>
                      <a:pt x="2459641" y="1415987"/>
                      <a:pt x="2451545" y="1418177"/>
                      <a:pt x="2443353" y="1419035"/>
                    </a:cubicBezTo>
                    <a:cubicBezTo>
                      <a:pt x="2433352" y="1420178"/>
                      <a:pt x="2423160" y="1419797"/>
                      <a:pt x="2413159" y="1420749"/>
                    </a:cubicBezTo>
                    <a:cubicBezTo>
                      <a:pt x="2400300" y="1421892"/>
                      <a:pt x="2387632" y="1424940"/>
                      <a:pt x="2374868" y="1424940"/>
                    </a:cubicBezTo>
                    <a:cubicBezTo>
                      <a:pt x="2364581" y="1424940"/>
                      <a:pt x="2354389" y="1421416"/>
                      <a:pt x="2344198" y="1419701"/>
                    </a:cubicBezTo>
                    <a:cubicBezTo>
                      <a:pt x="2329815" y="1417320"/>
                      <a:pt x="2314003" y="1417987"/>
                      <a:pt x="2301335" y="1411891"/>
                    </a:cubicBezTo>
                    <a:cubicBezTo>
                      <a:pt x="2287810" y="1405414"/>
                      <a:pt x="2274951" y="1402461"/>
                      <a:pt x="2260949" y="1404461"/>
                    </a:cubicBezTo>
                    <a:cubicBezTo>
                      <a:pt x="2256282" y="1405128"/>
                      <a:pt x="2250281" y="1409129"/>
                      <a:pt x="2248186" y="1413224"/>
                    </a:cubicBezTo>
                    <a:cubicBezTo>
                      <a:pt x="2243518" y="1422368"/>
                      <a:pt x="2237137" y="1423988"/>
                      <a:pt x="2228469" y="1420844"/>
                    </a:cubicBezTo>
                    <a:cubicBezTo>
                      <a:pt x="2220944" y="1418177"/>
                      <a:pt x="2211705" y="1416844"/>
                      <a:pt x="2206562" y="1411700"/>
                    </a:cubicBezTo>
                    <a:cubicBezTo>
                      <a:pt x="2191988" y="1397127"/>
                      <a:pt x="2173414" y="1396651"/>
                      <a:pt x="2155317" y="1392746"/>
                    </a:cubicBezTo>
                    <a:cubicBezTo>
                      <a:pt x="2144269" y="1390364"/>
                      <a:pt x="2133981" y="1390269"/>
                      <a:pt x="2122932" y="1391888"/>
                    </a:cubicBezTo>
                    <a:cubicBezTo>
                      <a:pt x="2098930" y="1395508"/>
                      <a:pt x="2075593" y="1390364"/>
                      <a:pt x="2052542" y="1383792"/>
                    </a:cubicBezTo>
                    <a:cubicBezTo>
                      <a:pt x="2037302" y="1379411"/>
                      <a:pt x="2021681" y="1376744"/>
                      <a:pt x="2006537" y="1372267"/>
                    </a:cubicBezTo>
                    <a:cubicBezTo>
                      <a:pt x="1995202" y="1368838"/>
                      <a:pt x="1983868" y="1364742"/>
                      <a:pt x="1973486" y="1359218"/>
                    </a:cubicBezTo>
                    <a:cubicBezTo>
                      <a:pt x="1958435" y="1351121"/>
                      <a:pt x="1945292" y="1338929"/>
                      <a:pt x="1926146" y="1342168"/>
                    </a:cubicBezTo>
                    <a:cubicBezTo>
                      <a:pt x="1909286" y="1345025"/>
                      <a:pt x="1894047" y="1339025"/>
                      <a:pt x="1878616" y="1333310"/>
                    </a:cubicBezTo>
                    <a:cubicBezTo>
                      <a:pt x="1867281" y="1329119"/>
                      <a:pt x="1855948" y="1324832"/>
                      <a:pt x="1844231" y="1322165"/>
                    </a:cubicBezTo>
                    <a:cubicBezTo>
                      <a:pt x="1830324" y="1319022"/>
                      <a:pt x="1814608" y="1320356"/>
                      <a:pt x="1802225" y="1314545"/>
                    </a:cubicBezTo>
                    <a:cubicBezTo>
                      <a:pt x="1789271" y="1308449"/>
                      <a:pt x="1778509" y="1312545"/>
                      <a:pt x="1766983" y="1314260"/>
                    </a:cubicBezTo>
                    <a:cubicBezTo>
                      <a:pt x="1748600" y="1316927"/>
                      <a:pt x="1730311" y="1321880"/>
                      <a:pt x="1711738" y="1315593"/>
                    </a:cubicBezTo>
                    <a:cubicBezTo>
                      <a:pt x="1689164" y="1307973"/>
                      <a:pt x="1666780" y="1299782"/>
                      <a:pt x="1644111" y="1292543"/>
                    </a:cubicBezTo>
                    <a:cubicBezTo>
                      <a:pt x="1635347" y="1289780"/>
                      <a:pt x="1625919" y="1288637"/>
                      <a:pt x="1616774" y="1287399"/>
                    </a:cubicBezTo>
                    <a:cubicBezTo>
                      <a:pt x="1608107" y="1286351"/>
                      <a:pt x="1597725" y="1289018"/>
                      <a:pt x="1591056" y="1285018"/>
                    </a:cubicBezTo>
                    <a:cubicBezTo>
                      <a:pt x="1573911" y="1274731"/>
                      <a:pt x="1556291" y="1269683"/>
                      <a:pt x="1536478" y="1269683"/>
                    </a:cubicBezTo>
                    <a:cubicBezTo>
                      <a:pt x="1529048" y="1269683"/>
                      <a:pt x="1521809" y="1265396"/>
                      <a:pt x="1514285" y="1264634"/>
                    </a:cubicBezTo>
                    <a:cubicBezTo>
                      <a:pt x="1503997" y="1263682"/>
                      <a:pt x="1492186" y="1261110"/>
                      <a:pt x="1483233" y="1264730"/>
                    </a:cubicBezTo>
                    <a:cubicBezTo>
                      <a:pt x="1462183" y="1273302"/>
                      <a:pt x="1445134" y="1266158"/>
                      <a:pt x="1426750" y="1257681"/>
                    </a:cubicBezTo>
                    <a:cubicBezTo>
                      <a:pt x="1408652" y="1249299"/>
                      <a:pt x="1389602" y="1242632"/>
                      <a:pt x="1370362" y="1237107"/>
                    </a:cubicBezTo>
                    <a:cubicBezTo>
                      <a:pt x="1363123" y="1235107"/>
                      <a:pt x="1354456" y="1238441"/>
                      <a:pt x="1346454" y="1239107"/>
                    </a:cubicBezTo>
                    <a:cubicBezTo>
                      <a:pt x="1343596" y="1239298"/>
                      <a:pt x="1340453" y="1239584"/>
                      <a:pt x="1337882" y="1238631"/>
                    </a:cubicBezTo>
                    <a:cubicBezTo>
                      <a:pt x="1313022" y="1229487"/>
                      <a:pt x="1287780" y="1222534"/>
                      <a:pt x="1260825" y="1227296"/>
                    </a:cubicBezTo>
                    <a:cubicBezTo>
                      <a:pt x="1258349" y="1227773"/>
                      <a:pt x="1255586" y="1226725"/>
                      <a:pt x="1253109" y="1226058"/>
                    </a:cubicBezTo>
                    <a:cubicBezTo>
                      <a:pt x="1241012" y="1222629"/>
                      <a:pt x="1229201" y="1217200"/>
                      <a:pt x="1216915" y="1215962"/>
                    </a:cubicBezTo>
                    <a:cubicBezTo>
                      <a:pt x="1186625" y="1212914"/>
                      <a:pt x="1156146" y="1211675"/>
                      <a:pt x="1125664" y="1209675"/>
                    </a:cubicBezTo>
                    <a:cubicBezTo>
                      <a:pt x="1123759" y="1209580"/>
                      <a:pt x="1121759" y="1209580"/>
                      <a:pt x="1120045" y="1208913"/>
                    </a:cubicBezTo>
                    <a:cubicBezTo>
                      <a:pt x="1108805" y="1204817"/>
                      <a:pt x="1098995" y="1206151"/>
                      <a:pt x="1089469" y="1213961"/>
                    </a:cubicBezTo>
                    <a:cubicBezTo>
                      <a:pt x="1085278" y="1217390"/>
                      <a:pt x="1079563" y="1219200"/>
                      <a:pt x="1074325" y="1221105"/>
                    </a:cubicBezTo>
                    <a:cubicBezTo>
                      <a:pt x="1066609" y="1223963"/>
                      <a:pt x="1058704" y="1226725"/>
                      <a:pt x="1050703" y="1228535"/>
                    </a:cubicBezTo>
                    <a:cubicBezTo>
                      <a:pt x="1042797" y="1230249"/>
                      <a:pt x="1034320" y="1232630"/>
                      <a:pt x="1026700" y="1231297"/>
                    </a:cubicBezTo>
                    <a:cubicBezTo>
                      <a:pt x="1012984" y="1228916"/>
                      <a:pt x="999934" y="1223582"/>
                      <a:pt x="986409" y="1220057"/>
                    </a:cubicBezTo>
                    <a:cubicBezTo>
                      <a:pt x="981742" y="1218819"/>
                      <a:pt x="976598" y="1219010"/>
                      <a:pt x="971741" y="1218914"/>
                    </a:cubicBezTo>
                    <a:cubicBezTo>
                      <a:pt x="960596" y="1218629"/>
                      <a:pt x="949166" y="1221391"/>
                      <a:pt x="939070" y="1213485"/>
                    </a:cubicBezTo>
                    <a:cubicBezTo>
                      <a:pt x="929736" y="1206056"/>
                      <a:pt x="920305" y="1208246"/>
                      <a:pt x="910495" y="1213866"/>
                    </a:cubicBezTo>
                    <a:cubicBezTo>
                      <a:pt x="903446" y="1217867"/>
                      <a:pt x="895446" y="1221010"/>
                      <a:pt x="887540" y="1222534"/>
                    </a:cubicBezTo>
                    <a:cubicBezTo>
                      <a:pt x="876681" y="1224629"/>
                      <a:pt x="865918" y="1225487"/>
                      <a:pt x="854202" y="1224248"/>
                    </a:cubicBezTo>
                    <a:cubicBezTo>
                      <a:pt x="845915" y="1223391"/>
                      <a:pt x="839152" y="1223010"/>
                      <a:pt x="832675" y="1217962"/>
                    </a:cubicBezTo>
                    <a:cubicBezTo>
                      <a:pt x="831628" y="1217200"/>
                      <a:pt x="829723" y="1217009"/>
                      <a:pt x="828294" y="1217105"/>
                    </a:cubicBezTo>
                    <a:cubicBezTo>
                      <a:pt x="809530" y="1218724"/>
                      <a:pt x="790956" y="1217867"/>
                      <a:pt x="772001" y="1216723"/>
                    </a:cubicBezTo>
                    <a:cubicBezTo>
                      <a:pt x="747904" y="1215200"/>
                      <a:pt x="722566" y="1219676"/>
                      <a:pt x="701707" y="1235678"/>
                    </a:cubicBezTo>
                    <a:cubicBezTo>
                      <a:pt x="698659" y="1238060"/>
                      <a:pt x="694087" y="1239107"/>
                      <a:pt x="690086" y="1239679"/>
                    </a:cubicBezTo>
                    <a:cubicBezTo>
                      <a:pt x="671227" y="1242155"/>
                      <a:pt x="652272" y="1243870"/>
                      <a:pt x="633412" y="1246632"/>
                    </a:cubicBezTo>
                    <a:cubicBezTo>
                      <a:pt x="623125" y="1248156"/>
                      <a:pt x="612362" y="1249490"/>
                      <a:pt x="603028" y="1253681"/>
                    </a:cubicBezTo>
                    <a:cubicBezTo>
                      <a:pt x="593885" y="1257776"/>
                      <a:pt x="586549" y="1262634"/>
                      <a:pt x="581120" y="1254062"/>
                    </a:cubicBezTo>
                    <a:cubicBezTo>
                      <a:pt x="571406" y="1258634"/>
                      <a:pt x="562927" y="1262444"/>
                      <a:pt x="554642" y="1266539"/>
                    </a:cubicBezTo>
                    <a:cubicBezTo>
                      <a:pt x="551593" y="1268063"/>
                      <a:pt x="549021" y="1270540"/>
                      <a:pt x="545973" y="1271969"/>
                    </a:cubicBezTo>
                    <a:cubicBezTo>
                      <a:pt x="542734" y="1273493"/>
                      <a:pt x="539115" y="1274445"/>
                      <a:pt x="535591" y="1275207"/>
                    </a:cubicBezTo>
                    <a:cubicBezTo>
                      <a:pt x="519874" y="1278636"/>
                      <a:pt x="504158" y="1281779"/>
                      <a:pt x="488538" y="1285494"/>
                    </a:cubicBezTo>
                    <a:cubicBezTo>
                      <a:pt x="485489" y="1286256"/>
                      <a:pt x="482917" y="1289304"/>
                      <a:pt x="480155" y="1291304"/>
                    </a:cubicBezTo>
                    <a:cubicBezTo>
                      <a:pt x="478345" y="1292638"/>
                      <a:pt x="476536" y="1294638"/>
                      <a:pt x="474535" y="1294924"/>
                    </a:cubicBezTo>
                    <a:cubicBezTo>
                      <a:pt x="459295" y="1297210"/>
                      <a:pt x="444151" y="1299877"/>
                      <a:pt x="428816" y="1301020"/>
                    </a:cubicBezTo>
                    <a:cubicBezTo>
                      <a:pt x="415957" y="1301972"/>
                      <a:pt x="403574" y="1301687"/>
                      <a:pt x="400241" y="1318260"/>
                    </a:cubicBezTo>
                    <a:cubicBezTo>
                      <a:pt x="399669" y="1321118"/>
                      <a:pt x="395573" y="1324166"/>
                      <a:pt x="392431" y="1325594"/>
                    </a:cubicBezTo>
                    <a:cubicBezTo>
                      <a:pt x="383477" y="1329690"/>
                      <a:pt x="373951" y="1332452"/>
                      <a:pt x="365093" y="1336643"/>
                    </a:cubicBezTo>
                    <a:cubicBezTo>
                      <a:pt x="336042" y="1350645"/>
                      <a:pt x="305658" y="1359503"/>
                      <a:pt x="273177" y="1357884"/>
                    </a:cubicBezTo>
                    <a:cubicBezTo>
                      <a:pt x="263081" y="1357408"/>
                      <a:pt x="253270" y="1352264"/>
                      <a:pt x="246888" y="1350359"/>
                    </a:cubicBezTo>
                    <a:cubicBezTo>
                      <a:pt x="228506" y="1357884"/>
                      <a:pt x="213075" y="1365123"/>
                      <a:pt x="196977" y="1370552"/>
                    </a:cubicBezTo>
                    <a:cubicBezTo>
                      <a:pt x="182785" y="1375410"/>
                      <a:pt x="167926" y="1378458"/>
                      <a:pt x="153352" y="1381982"/>
                    </a:cubicBezTo>
                    <a:cubicBezTo>
                      <a:pt x="148018" y="1383316"/>
                      <a:pt x="142589" y="1384078"/>
                      <a:pt x="137160" y="1384745"/>
                    </a:cubicBezTo>
                    <a:cubicBezTo>
                      <a:pt x="120206" y="1386840"/>
                      <a:pt x="102489" y="1381792"/>
                      <a:pt x="85917" y="1389793"/>
                    </a:cubicBezTo>
                    <a:cubicBezTo>
                      <a:pt x="77248" y="1393984"/>
                      <a:pt x="68675" y="1399032"/>
                      <a:pt x="59532" y="1401223"/>
                    </a:cubicBezTo>
                    <a:cubicBezTo>
                      <a:pt x="49721" y="1403604"/>
                      <a:pt x="40124" y="1407319"/>
                      <a:pt x="30325" y="1409974"/>
                    </a:cubicBezTo>
                    <a:lnTo>
                      <a:pt x="0" y="1412360"/>
                    </a:lnTo>
                    <a:lnTo>
                      <a:pt x="0" y="1058622"/>
                    </a:lnTo>
                    <a:lnTo>
                      <a:pt x="17145" y="1060228"/>
                    </a:lnTo>
                    <a:cubicBezTo>
                      <a:pt x="26480" y="1061561"/>
                      <a:pt x="35528" y="1066133"/>
                      <a:pt x="44672" y="1066324"/>
                    </a:cubicBezTo>
                    <a:cubicBezTo>
                      <a:pt x="59055" y="1066610"/>
                      <a:pt x="71819" y="1068419"/>
                      <a:pt x="84677" y="1076230"/>
                    </a:cubicBezTo>
                    <a:cubicBezTo>
                      <a:pt x="104108" y="1087946"/>
                      <a:pt x="120110" y="1082993"/>
                      <a:pt x="132017" y="1064990"/>
                    </a:cubicBezTo>
                    <a:cubicBezTo>
                      <a:pt x="133255" y="1063181"/>
                      <a:pt x="134874" y="1060799"/>
                      <a:pt x="136779" y="1060323"/>
                    </a:cubicBezTo>
                    <a:cubicBezTo>
                      <a:pt x="153639" y="1056132"/>
                      <a:pt x="170974" y="1048131"/>
                      <a:pt x="187547" y="1049179"/>
                    </a:cubicBezTo>
                    <a:cubicBezTo>
                      <a:pt x="216789" y="1051084"/>
                      <a:pt x="244316" y="1048798"/>
                      <a:pt x="270891" y="1036415"/>
                    </a:cubicBezTo>
                    <a:cubicBezTo>
                      <a:pt x="272510" y="1035653"/>
                      <a:pt x="274987" y="1034891"/>
                      <a:pt x="276320" y="1035558"/>
                    </a:cubicBezTo>
                    <a:cubicBezTo>
                      <a:pt x="292322" y="1043845"/>
                      <a:pt x="309848" y="1050417"/>
                      <a:pt x="323755" y="1061561"/>
                    </a:cubicBezTo>
                    <a:cubicBezTo>
                      <a:pt x="336995" y="1072134"/>
                      <a:pt x="352997" y="1072229"/>
                      <a:pt x="361855" y="1057942"/>
                    </a:cubicBezTo>
                    <a:cubicBezTo>
                      <a:pt x="366236" y="1050893"/>
                      <a:pt x="372332" y="1042702"/>
                      <a:pt x="379571" y="1039939"/>
                    </a:cubicBezTo>
                    <a:cubicBezTo>
                      <a:pt x="395954" y="1033653"/>
                      <a:pt x="413481" y="1030414"/>
                      <a:pt x="430530" y="1025747"/>
                    </a:cubicBezTo>
                    <a:cubicBezTo>
                      <a:pt x="451581" y="1020032"/>
                      <a:pt x="472345" y="1020032"/>
                      <a:pt x="493300" y="1027176"/>
                    </a:cubicBezTo>
                    <a:cubicBezTo>
                      <a:pt x="508064" y="1032224"/>
                      <a:pt x="523113" y="1032224"/>
                      <a:pt x="537782" y="1025366"/>
                    </a:cubicBezTo>
                    <a:cubicBezTo>
                      <a:pt x="545687" y="1021652"/>
                      <a:pt x="553784" y="1017842"/>
                      <a:pt x="562166" y="1015746"/>
                    </a:cubicBezTo>
                    <a:cubicBezTo>
                      <a:pt x="567595" y="1014412"/>
                      <a:pt x="573881" y="1015651"/>
                      <a:pt x="579596" y="1016699"/>
                    </a:cubicBezTo>
                    <a:cubicBezTo>
                      <a:pt x="590645" y="1018794"/>
                      <a:pt x="602075" y="1025176"/>
                      <a:pt x="612362" y="1023557"/>
                    </a:cubicBezTo>
                    <a:cubicBezTo>
                      <a:pt x="647891" y="1017842"/>
                      <a:pt x="681419" y="1031272"/>
                      <a:pt x="716090" y="1031653"/>
                    </a:cubicBezTo>
                    <a:cubicBezTo>
                      <a:pt x="731806" y="1031843"/>
                      <a:pt x="747332" y="1034891"/>
                      <a:pt x="758381" y="1018985"/>
                    </a:cubicBezTo>
                    <a:cubicBezTo>
                      <a:pt x="759809" y="1016889"/>
                      <a:pt x="766763" y="1018032"/>
                      <a:pt x="771049" y="1018699"/>
                    </a:cubicBezTo>
                    <a:cubicBezTo>
                      <a:pt x="780574" y="1020128"/>
                      <a:pt x="790004" y="1023747"/>
                      <a:pt x="799433" y="1023652"/>
                    </a:cubicBezTo>
                    <a:cubicBezTo>
                      <a:pt x="818960" y="1023557"/>
                      <a:pt x="838581" y="1022033"/>
                      <a:pt x="858012" y="1020318"/>
                    </a:cubicBezTo>
                    <a:cubicBezTo>
                      <a:pt x="865346" y="1019651"/>
                      <a:pt x="872395" y="1017080"/>
                      <a:pt x="879634" y="1015270"/>
                    </a:cubicBezTo>
                    <a:cubicBezTo>
                      <a:pt x="883634" y="1014222"/>
                      <a:pt x="887921" y="1011460"/>
                      <a:pt x="891635" y="1012031"/>
                    </a:cubicBezTo>
                    <a:cubicBezTo>
                      <a:pt x="913162" y="1015365"/>
                      <a:pt x="932879" y="1007174"/>
                      <a:pt x="953262" y="1003078"/>
                    </a:cubicBezTo>
                    <a:cubicBezTo>
                      <a:pt x="962692" y="1001173"/>
                      <a:pt x="971550" y="996601"/>
                      <a:pt x="980694" y="993458"/>
                    </a:cubicBezTo>
                    <a:cubicBezTo>
                      <a:pt x="983075" y="992600"/>
                      <a:pt x="985742" y="991838"/>
                      <a:pt x="988124" y="992029"/>
                    </a:cubicBezTo>
                    <a:cubicBezTo>
                      <a:pt x="1001744" y="993172"/>
                      <a:pt x="1015270" y="994791"/>
                      <a:pt x="1028795" y="996029"/>
                    </a:cubicBezTo>
                    <a:cubicBezTo>
                      <a:pt x="1041083" y="997172"/>
                      <a:pt x="1053465" y="997553"/>
                      <a:pt x="1059275" y="1011555"/>
                    </a:cubicBezTo>
                    <a:cubicBezTo>
                      <a:pt x="1060133" y="1013746"/>
                      <a:pt x="1062990" y="1015365"/>
                      <a:pt x="1065181" y="1016794"/>
                    </a:cubicBezTo>
                    <a:cubicBezTo>
                      <a:pt x="1098995" y="1038797"/>
                      <a:pt x="1117092" y="1038225"/>
                      <a:pt x="1150144" y="1014984"/>
                    </a:cubicBezTo>
                    <a:cubicBezTo>
                      <a:pt x="1153573" y="1012603"/>
                      <a:pt x="1160907" y="1010888"/>
                      <a:pt x="1163193" y="1012793"/>
                    </a:cubicBezTo>
                    <a:cubicBezTo>
                      <a:pt x="1182624" y="1028605"/>
                      <a:pt x="1203865" y="1026890"/>
                      <a:pt x="1226249" y="1021937"/>
                    </a:cubicBezTo>
                    <a:cubicBezTo>
                      <a:pt x="1232059" y="1020604"/>
                      <a:pt x="1240251" y="1020604"/>
                      <a:pt x="1244632" y="1023747"/>
                    </a:cubicBezTo>
                    <a:cubicBezTo>
                      <a:pt x="1265492" y="1038320"/>
                      <a:pt x="1287876" y="1036225"/>
                      <a:pt x="1310545" y="1031939"/>
                    </a:cubicBezTo>
                    <a:cubicBezTo>
                      <a:pt x="1314069" y="1031272"/>
                      <a:pt x="1318356" y="1027652"/>
                      <a:pt x="1319879" y="1024319"/>
                    </a:cubicBezTo>
                    <a:cubicBezTo>
                      <a:pt x="1325309" y="1012508"/>
                      <a:pt x="1335501" y="1008507"/>
                      <a:pt x="1346740" y="1005173"/>
                    </a:cubicBezTo>
                    <a:cubicBezTo>
                      <a:pt x="1364457" y="999744"/>
                      <a:pt x="1381887" y="993362"/>
                      <a:pt x="1399699" y="988219"/>
                    </a:cubicBezTo>
                    <a:cubicBezTo>
                      <a:pt x="1404081" y="986981"/>
                      <a:pt x="1409510" y="987743"/>
                      <a:pt x="1414082" y="989171"/>
                    </a:cubicBezTo>
                    <a:cubicBezTo>
                      <a:pt x="1429703" y="994029"/>
                      <a:pt x="1439609" y="1006221"/>
                      <a:pt x="1450467" y="1017461"/>
                    </a:cubicBezTo>
                    <a:cubicBezTo>
                      <a:pt x="1455230" y="1022414"/>
                      <a:pt x="1461802" y="1025938"/>
                      <a:pt x="1468184" y="1028795"/>
                    </a:cubicBezTo>
                    <a:cubicBezTo>
                      <a:pt x="1484757" y="1036130"/>
                      <a:pt x="1501712" y="1042702"/>
                      <a:pt x="1518476" y="1049655"/>
                    </a:cubicBezTo>
                    <a:cubicBezTo>
                      <a:pt x="1520095" y="1050322"/>
                      <a:pt x="1521428" y="1052036"/>
                      <a:pt x="1522667" y="1053465"/>
                    </a:cubicBezTo>
                    <a:cubicBezTo>
                      <a:pt x="1535049" y="1068515"/>
                      <a:pt x="1547336" y="1083659"/>
                      <a:pt x="1559814" y="1098709"/>
                    </a:cubicBezTo>
                    <a:cubicBezTo>
                      <a:pt x="1562195" y="1101566"/>
                      <a:pt x="1565625" y="1103662"/>
                      <a:pt x="1568196" y="1106424"/>
                    </a:cubicBezTo>
                    <a:cubicBezTo>
                      <a:pt x="1571816" y="1110234"/>
                      <a:pt x="1576388" y="1113854"/>
                      <a:pt x="1578293" y="1118426"/>
                    </a:cubicBezTo>
                    <a:cubicBezTo>
                      <a:pt x="1584198" y="1132808"/>
                      <a:pt x="1595533" y="1139000"/>
                      <a:pt x="1609820" y="1141667"/>
                    </a:cubicBezTo>
                    <a:cubicBezTo>
                      <a:pt x="1622870" y="1144143"/>
                      <a:pt x="1635919" y="1146239"/>
                      <a:pt x="1648873" y="1149096"/>
                    </a:cubicBezTo>
                    <a:cubicBezTo>
                      <a:pt x="1664684" y="1152525"/>
                      <a:pt x="1680401" y="1156240"/>
                      <a:pt x="1696022" y="1160431"/>
                    </a:cubicBezTo>
                    <a:cubicBezTo>
                      <a:pt x="1702784" y="1162241"/>
                      <a:pt x="1709928" y="1164336"/>
                      <a:pt x="1715739" y="1168051"/>
                    </a:cubicBezTo>
                    <a:cubicBezTo>
                      <a:pt x="1732026" y="1178338"/>
                      <a:pt x="1749457" y="1185291"/>
                      <a:pt x="1768602" y="1182529"/>
                    </a:cubicBezTo>
                    <a:cubicBezTo>
                      <a:pt x="1783937" y="1180338"/>
                      <a:pt x="1796796" y="1185958"/>
                      <a:pt x="1806321" y="1194721"/>
                    </a:cubicBezTo>
                    <a:cubicBezTo>
                      <a:pt x="1823657" y="1210628"/>
                      <a:pt x="1842230" y="1207008"/>
                      <a:pt x="1860709" y="1201865"/>
                    </a:cubicBezTo>
                    <a:cubicBezTo>
                      <a:pt x="1870234" y="1199198"/>
                      <a:pt x="1878044" y="1199579"/>
                      <a:pt x="1887093" y="1202150"/>
                    </a:cubicBezTo>
                    <a:cubicBezTo>
                      <a:pt x="1908048" y="1208151"/>
                      <a:pt x="1922050" y="1224439"/>
                      <a:pt x="1935575" y="1238726"/>
                    </a:cubicBezTo>
                    <a:cubicBezTo>
                      <a:pt x="1947101" y="1250918"/>
                      <a:pt x="1960055" y="1257776"/>
                      <a:pt x="1974247" y="1262920"/>
                    </a:cubicBezTo>
                    <a:cubicBezTo>
                      <a:pt x="1992154" y="1269492"/>
                      <a:pt x="2006346" y="1267016"/>
                      <a:pt x="2014919" y="1251204"/>
                    </a:cubicBezTo>
                    <a:cubicBezTo>
                      <a:pt x="2017300" y="1246727"/>
                      <a:pt x="2021491" y="1241488"/>
                      <a:pt x="2025968" y="1240155"/>
                    </a:cubicBezTo>
                    <a:cubicBezTo>
                      <a:pt x="2047589" y="1233488"/>
                      <a:pt x="2069497" y="1223772"/>
                      <a:pt x="2092643" y="1229678"/>
                    </a:cubicBezTo>
                    <a:cubicBezTo>
                      <a:pt x="2124647" y="1237774"/>
                      <a:pt x="2155889" y="1237298"/>
                      <a:pt x="2187893" y="1229297"/>
                    </a:cubicBezTo>
                    <a:cubicBezTo>
                      <a:pt x="2239804" y="1216343"/>
                      <a:pt x="2291715" y="1202627"/>
                      <a:pt x="2346294" y="1205484"/>
                    </a:cubicBezTo>
                    <a:cubicBezTo>
                      <a:pt x="2355342" y="1205960"/>
                      <a:pt x="2366105" y="1200150"/>
                      <a:pt x="2373916" y="1194435"/>
                    </a:cubicBezTo>
                    <a:cubicBezTo>
                      <a:pt x="2388870" y="1183577"/>
                      <a:pt x="2388203" y="1182719"/>
                      <a:pt x="2404967" y="1191673"/>
                    </a:cubicBezTo>
                    <a:cubicBezTo>
                      <a:pt x="2408968" y="1193864"/>
                      <a:pt x="2413921" y="1195197"/>
                      <a:pt x="2416874" y="1198436"/>
                    </a:cubicBezTo>
                    <a:cubicBezTo>
                      <a:pt x="2431923" y="1214914"/>
                      <a:pt x="2450497" y="1210913"/>
                      <a:pt x="2468975" y="1208532"/>
                    </a:cubicBezTo>
                    <a:cubicBezTo>
                      <a:pt x="2472214" y="1208056"/>
                      <a:pt x="2476119" y="1207389"/>
                      <a:pt x="2478882" y="1208723"/>
                    </a:cubicBezTo>
                    <a:cubicBezTo>
                      <a:pt x="2491359" y="1214723"/>
                      <a:pt x="2501932" y="1212628"/>
                      <a:pt x="2512791" y="1204436"/>
                    </a:cubicBezTo>
                    <a:cubicBezTo>
                      <a:pt x="2522220" y="1197388"/>
                      <a:pt x="2533079" y="1193197"/>
                      <a:pt x="2544223" y="1201960"/>
                    </a:cubicBezTo>
                    <a:cubicBezTo>
                      <a:pt x="2568988" y="1221391"/>
                      <a:pt x="2595467" y="1222343"/>
                      <a:pt x="2623471" y="1210056"/>
                    </a:cubicBezTo>
                    <a:cubicBezTo>
                      <a:pt x="2643473" y="1201293"/>
                      <a:pt x="2663190" y="1199293"/>
                      <a:pt x="2684241" y="1208151"/>
                    </a:cubicBezTo>
                    <a:cubicBezTo>
                      <a:pt x="2692337" y="1211580"/>
                      <a:pt x="2702814" y="1209294"/>
                      <a:pt x="2712244" y="1210056"/>
                    </a:cubicBezTo>
                    <a:cubicBezTo>
                      <a:pt x="2717578" y="1210437"/>
                      <a:pt x="2723484" y="1210532"/>
                      <a:pt x="2728055" y="1212914"/>
                    </a:cubicBezTo>
                    <a:cubicBezTo>
                      <a:pt x="2740248" y="1219010"/>
                      <a:pt x="2751582" y="1226820"/>
                      <a:pt x="2763869" y="1232821"/>
                    </a:cubicBezTo>
                    <a:cubicBezTo>
                      <a:pt x="2769775" y="1235678"/>
                      <a:pt x="2776823" y="1237202"/>
                      <a:pt x="2783491" y="1237298"/>
                    </a:cubicBezTo>
                    <a:cubicBezTo>
                      <a:pt x="2803208" y="1237774"/>
                      <a:pt x="2822925" y="1237774"/>
                      <a:pt x="2842546" y="1236917"/>
                    </a:cubicBezTo>
                    <a:cubicBezTo>
                      <a:pt x="2874931" y="1235583"/>
                      <a:pt x="2907792" y="1235297"/>
                      <a:pt x="2931128" y="1206913"/>
                    </a:cubicBezTo>
                    <a:cubicBezTo>
                      <a:pt x="2933034" y="1204627"/>
                      <a:pt x="2937129" y="1203293"/>
                      <a:pt x="2940368" y="1202912"/>
                    </a:cubicBezTo>
                    <a:cubicBezTo>
                      <a:pt x="2955322" y="1201103"/>
                      <a:pt x="2970657" y="1200912"/>
                      <a:pt x="2985421" y="1197959"/>
                    </a:cubicBezTo>
                    <a:cubicBezTo>
                      <a:pt x="2997232" y="1195578"/>
                      <a:pt x="3007043" y="1196340"/>
                      <a:pt x="3015996" y="1204722"/>
                    </a:cubicBezTo>
                    <a:cubicBezTo>
                      <a:pt x="3027712" y="1215771"/>
                      <a:pt x="3042000" y="1222248"/>
                      <a:pt x="3057621" y="1218724"/>
                    </a:cubicBezTo>
                    <a:cubicBezTo>
                      <a:pt x="3073241" y="1215295"/>
                      <a:pt x="3083528" y="1222724"/>
                      <a:pt x="3095054" y="1230440"/>
                    </a:cubicBezTo>
                    <a:cubicBezTo>
                      <a:pt x="3103436" y="1236059"/>
                      <a:pt x="3112961" y="1243108"/>
                      <a:pt x="3122295" y="1243679"/>
                    </a:cubicBezTo>
                    <a:cubicBezTo>
                      <a:pt x="3143441" y="1244917"/>
                      <a:pt x="3161634" y="1264539"/>
                      <a:pt x="3184589" y="1253395"/>
                    </a:cubicBezTo>
                    <a:cubicBezTo>
                      <a:pt x="3186113" y="1252633"/>
                      <a:pt x="3188875" y="1254538"/>
                      <a:pt x="3191066" y="1255014"/>
                    </a:cubicBezTo>
                    <a:cubicBezTo>
                      <a:pt x="3208592" y="1258634"/>
                      <a:pt x="3225070" y="1255109"/>
                      <a:pt x="3237929" y="1243203"/>
                    </a:cubicBezTo>
                    <a:cubicBezTo>
                      <a:pt x="3254788" y="1227677"/>
                      <a:pt x="3273457" y="1226153"/>
                      <a:pt x="3294221" y="1231202"/>
                    </a:cubicBezTo>
                    <a:cubicBezTo>
                      <a:pt x="3300889" y="1232821"/>
                      <a:pt x="3307557" y="1233964"/>
                      <a:pt x="3314319" y="1235297"/>
                    </a:cubicBezTo>
                    <a:cubicBezTo>
                      <a:pt x="3323463" y="1237202"/>
                      <a:pt x="3332703" y="1239203"/>
                      <a:pt x="3341846" y="1241108"/>
                    </a:cubicBezTo>
                    <a:cubicBezTo>
                      <a:pt x="3350705" y="1243013"/>
                      <a:pt x="3360516" y="1246251"/>
                      <a:pt x="3367373" y="1238060"/>
                    </a:cubicBezTo>
                    <a:cubicBezTo>
                      <a:pt x="3373279" y="1231011"/>
                      <a:pt x="3377470" y="1231678"/>
                      <a:pt x="3382899" y="1237774"/>
                    </a:cubicBezTo>
                    <a:cubicBezTo>
                      <a:pt x="3401759" y="1259110"/>
                      <a:pt x="3424619" y="1272445"/>
                      <a:pt x="3453765" y="1273397"/>
                    </a:cubicBezTo>
                    <a:cubicBezTo>
                      <a:pt x="3459766" y="1273588"/>
                      <a:pt x="3465862" y="1274921"/>
                      <a:pt x="3471767" y="1276350"/>
                    </a:cubicBezTo>
                    <a:cubicBezTo>
                      <a:pt x="3475387" y="1277207"/>
                      <a:pt x="3479769" y="1278160"/>
                      <a:pt x="3481959" y="1280732"/>
                    </a:cubicBezTo>
                    <a:cubicBezTo>
                      <a:pt x="3499009" y="1300353"/>
                      <a:pt x="3520250" y="1313974"/>
                      <a:pt x="3543396" y="1324928"/>
                    </a:cubicBezTo>
                    <a:cubicBezTo>
                      <a:pt x="3551682" y="1328833"/>
                      <a:pt x="3560541" y="1332738"/>
                      <a:pt x="3569494" y="1333881"/>
                    </a:cubicBezTo>
                    <a:cubicBezTo>
                      <a:pt x="3578828" y="1335024"/>
                      <a:pt x="3588639" y="1333119"/>
                      <a:pt x="3598164" y="1332071"/>
                    </a:cubicBezTo>
                    <a:cubicBezTo>
                      <a:pt x="3603784" y="1331500"/>
                      <a:pt x="3610261" y="1331595"/>
                      <a:pt x="3614738" y="1328833"/>
                    </a:cubicBezTo>
                    <a:cubicBezTo>
                      <a:pt x="3628930" y="1320165"/>
                      <a:pt x="3642646" y="1310831"/>
                      <a:pt x="3655886" y="1300734"/>
                    </a:cubicBezTo>
                    <a:cubicBezTo>
                      <a:pt x="3667221" y="1292066"/>
                      <a:pt x="3669507" y="1290828"/>
                      <a:pt x="3679317" y="1301687"/>
                    </a:cubicBezTo>
                    <a:cubicBezTo>
                      <a:pt x="3689414" y="1312831"/>
                      <a:pt x="3701987" y="1318641"/>
                      <a:pt x="3715893" y="1321022"/>
                    </a:cubicBezTo>
                    <a:cubicBezTo>
                      <a:pt x="3737896" y="1324737"/>
                      <a:pt x="3760089" y="1327880"/>
                      <a:pt x="3782282" y="1329690"/>
                    </a:cubicBezTo>
                    <a:cubicBezTo>
                      <a:pt x="3802380" y="1331309"/>
                      <a:pt x="3812000" y="1322546"/>
                      <a:pt x="3816001" y="1302639"/>
                    </a:cubicBezTo>
                    <a:cubicBezTo>
                      <a:pt x="3818287" y="1291590"/>
                      <a:pt x="3821240" y="1279588"/>
                      <a:pt x="3833431" y="1276636"/>
                    </a:cubicBezTo>
                    <a:cubicBezTo>
                      <a:pt x="3853339" y="1271873"/>
                      <a:pt x="3874008" y="1269778"/>
                      <a:pt x="3883819" y="1246442"/>
                    </a:cubicBezTo>
                    <a:cubicBezTo>
                      <a:pt x="3889248" y="1251585"/>
                      <a:pt x="3892582" y="1254633"/>
                      <a:pt x="3895821" y="1257681"/>
                    </a:cubicBezTo>
                    <a:cubicBezTo>
                      <a:pt x="3904774" y="1266158"/>
                      <a:pt x="3923347" y="1269778"/>
                      <a:pt x="3932778" y="1262444"/>
                    </a:cubicBezTo>
                    <a:cubicBezTo>
                      <a:pt x="3946684" y="1251776"/>
                      <a:pt x="3959448" y="1253776"/>
                      <a:pt x="3972782" y="1262063"/>
                    </a:cubicBezTo>
                    <a:cubicBezTo>
                      <a:pt x="3995071" y="1275779"/>
                      <a:pt x="4019931" y="1272635"/>
                      <a:pt x="4042505" y="1267111"/>
                    </a:cubicBezTo>
                    <a:cubicBezTo>
                      <a:pt x="4059555" y="1263015"/>
                      <a:pt x="4077748" y="1255490"/>
                      <a:pt x="4088892" y="1238250"/>
                    </a:cubicBezTo>
                    <a:cubicBezTo>
                      <a:pt x="4092416" y="1232726"/>
                      <a:pt x="4100322" y="1229963"/>
                      <a:pt x="4106609" y="1226344"/>
                    </a:cubicBezTo>
                    <a:cubicBezTo>
                      <a:pt x="4111848" y="1223391"/>
                      <a:pt x="4117372" y="1220629"/>
                      <a:pt x="4123182" y="1218724"/>
                    </a:cubicBezTo>
                    <a:cubicBezTo>
                      <a:pt x="4129373" y="1216628"/>
                      <a:pt x="4136232" y="1213580"/>
                      <a:pt x="4142328" y="1214438"/>
                    </a:cubicBezTo>
                    <a:cubicBezTo>
                      <a:pt x="4160806" y="1216914"/>
                      <a:pt x="4175475" y="1212056"/>
                      <a:pt x="4188524" y="1198245"/>
                    </a:cubicBezTo>
                    <a:cubicBezTo>
                      <a:pt x="4195287" y="1191101"/>
                      <a:pt x="4205288" y="1182434"/>
                      <a:pt x="4213860" y="1182338"/>
                    </a:cubicBezTo>
                    <a:cubicBezTo>
                      <a:pt x="4234720" y="1182053"/>
                      <a:pt x="4252055" y="1175195"/>
                      <a:pt x="4270820" y="1167003"/>
                    </a:cubicBezTo>
                    <a:cubicBezTo>
                      <a:pt x="4282916" y="1161764"/>
                      <a:pt x="4296632" y="1158145"/>
                      <a:pt x="4309587" y="1153287"/>
                    </a:cubicBezTo>
                    <a:cubicBezTo>
                      <a:pt x="4324731" y="1147572"/>
                      <a:pt x="4341210" y="1145477"/>
                      <a:pt x="4350449" y="1129665"/>
                    </a:cubicBezTo>
                    <a:cubicBezTo>
                      <a:pt x="4351496" y="1127951"/>
                      <a:pt x="4354640" y="1127665"/>
                      <a:pt x="4356164" y="1126046"/>
                    </a:cubicBezTo>
                    <a:cubicBezTo>
                      <a:pt x="4361021" y="1121093"/>
                      <a:pt x="4367308" y="1116521"/>
                      <a:pt x="4369880" y="1110520"/>
                    </a:cubicBezTo>
                    <a:cubicBezTo>
                      <a:pt x="4377309" y="1092994"/>
                      <a:pt x="4383119" y="1074896"/>
                      <a:pt x="4389787" y="1057085"/>
                    </a:cubicBezTo>
                    <a:cubicBezTo>
                      <a:pt x="4391216" y="1053275"/>
                      <a:pt x="4392549" y="1048417"/>
                      <a:pt x="4395502" y="1046226"/>
                    </a:cubicBezTo>
                    <a:cubicBezTo>
                      <a:pt x="4412552" y="1033653"/>
                      <a:pt x="4429888" y="1021556"/>
                      <a:pt x="4447413" y="1009650"/>
                    </a:cubicBezTo>
                    <a:cubicBezTo>
                      <a:pt x="4454462" y="1004887"/>
                      <a:pt x="4460367" y="1007555"/>
                      <a:pt x="4466654" y="1013079"/>
                    </a:cubicBezTo>
                    <a:cubicBezTo>
                      <a:pt x="4472750" y="1018318"/>
                      <a:pt x="4480275" y="1023747"/>
                      <a:pt x="4487894" y="1025081"/>
                    </a:cubicBezTo>
                    <a:cubicBezTo>
                      <a:pt x="4503135" y="1027652"/>
                      <a:pt x="4518946" y="1028224"/>
                      <a:pt x="4534472" y="1028224"/>
                    </a:cubicBezTo>
                    <a:cubicBezTo>
                      <a:pt x="4540282" y="1028224"/>
                      <a:pt x="4546473" y="1024795"/>
                      <a:pt x="4551903" y="1022033"/>
                    </a:cubicBezTo>
                    <a:cubicBezTo>
                      <a:pt x="4562189" y="1016794"/>
                      <a:pt x="4571714" y="1009745"/>
                      <a:pt x="4582382" y="1005364"/>
                    </a:cubicBezTo>
                    <a:cubicBezTo>
                      <a:pt x="4594765" y="1000316"/>
                      <a:pt x="4602194" y="992219"/>
                      <a:pt x="4605909" y="979551"/>
                    </a:cubicBezTo>
                    <a:cubicBezTo>
                      <a:pt x="4611434" y="960692"/>
                      <a:pt x="4624579" y="947547"/>
                      <a:pt x="4640104" y="936879"/>
                    </a:cubicBezTo>
                    <a:cubicBezTo>
                      <a:pt x="4659821" y="923258"/>
                      <a:pt x="4683348" y="923925"/>
                      <a:pt x="4705731" y="920591"/>
                    </a:cubicBezTo>
                    <a:cubicBezTo>
                      <a:pt x="4714304" y="919353"/>
                      <a:pt x="4723162" y="918305"/>
                      <a:pt x="4730973" y="915162"/>
                    </a:cubicBezTo>
                    <a:cubicBezTo>
                      <a:pt x="4760595" y="903351"/>
                      <a:pt x="4790218" y="892112"/>
                      <a:pt x="4822794" y="892397"/>
                    </a:cubicBezTo>
                    <a:cubicBezTo>
                      <a:pt x="4825460" y="892397"/>
                      <a:pt x="4828128" y="892112"/>
                      <a:pt x="4830794" y="891635"/>
                    </a:cubicBezTo>
                    <a:cubicBezTo>
                      <a:pt x="4853940" y="887730"/>
                      <a:pt x="4877848" y="886206"/>
                      <a:pt x="4894421" y="865442"/>
                    </a:cubicBezTo>
                    <a:cubicBezTo>
                      <a:pt x="4897469" y="861632"/>
                      <a:pt x="4904422" y="860489"/>
                      <a:pt x="4909756" y="858964"/>
                    </a:cubicBezTo>
                    <a:cubicBezTo>
                      <a:pt x="4918996" y="856488"/>
                      <a:pt x="4925188" y="851440"/>
                      <a:pt x="4928521" y="842391"/>
                    </a:cubicBezTo>
                    <a:cubicBezTo>
                      <a:pt x="4934141" y="826770"/>
                      <a:pt x="4940808" y="811435"/>
                      <a:pt x="4945857" y="795623"/>
                    </a:cubicBezTo>
                    <a:cubicBezTo>
                      <a:pt x="4949381" y="784765"/>
                      <a:pt x="4955953" y="778764"/>
                      <a:pt x="4966145" y="774287"/>
                    </a:cubicBezTo>
                    <a:cubicBezTo>
                      <a:pt x="4971860" y="771811"/>
                      <a:pt x="4976813" y="766382"/>
                      <a:pt x="4980909" y="761333"/>
                    </a:cubicBezTo>
                    <a:cubicBezTo>
                      <a:pt x="4985862" y="755237"/>
                      <a:pt x="4988433" y="747141"/>
                      <a:pt x="4993862" y="741712"/>
                    </a:cubicBezTo>
                    <a:cubicBezTo>
                      <a:pt x="5007102" y="728186"/>
                      <a:pt x="5011198" y="713232"/>
                      <a:pt x="5006816" y="694754"/>
                    </a:cubicBezTo>
                    <a:cubicBezTo>
                      <a:pt x="5002911" y="678371"/>
                      <a:pt x="5013198" y="656463"/>
                      <a:pt x="5026724" y="653129"/>
                    </a:cubicBezTo>
                    <a:cubicBezTo>
                      <a:pt x="5041678" y="649414"/>
                      <a:pt x="5051965" y="640271"/>
                      <a:pt x="5062538" y="630079"/>
                    </a:cubicBezTo>
                    <a:cubicBezTo>
                      <a:pt x="5068443" y="624364"/>
                      <a:pt x="5076730" y="619411"/>
                      <a:pt x="5084731" y="617982"/>
                    </a:cubicBezTo>
                    <a:cubicBezTo>
                      <a:pt x="5115116" y="612458"/>
                      <a:pt x="5143786" y="619220"/>
                      <a:pt x="5172647" y="630174"/>
                    </a:cubicBezTo>
                    <a:cubicBezTo>
                      <a:pt x="5191506" y="637318"/>
                      <a:pt x="5212461" y="639223"/>
                      <a:pt x="5232654" y="642080"/>
                    </a:cubicBezTo>
                    <a:cubicBezTo>
                      <a:pt x="5238941" y="642937"/>
                      <a:pt x="5246942" y="641033"/>
                      <a:pt x="5252371" y="637508"/>
                    </a:cubicBezTo>
                    <a:cubicBezTo>
                      <a:pt x="5271421" y="625316"/>
                      <a:pt x="5290376" y="612743"/>
                      <a:pt x="5308092" y="598646"/>
                    </a:cubicBezTo>
                    <a:cubicBezTo>
                      <a:pt x="5324571" y="585407"/>
                      <a:pt x="5343144" y="579882"/>
                      <a:pt x="5363147" y="581311"/>
                    </a:cubicBezTo>
                    <a:cubicBezTo>
                      <a:pt x="5377720" y="582359"/>
                      <a:pt x="5390864" y="579977"/>
                      <a:pt x="5404580" y="576358"/>
                    </a:cubicBezTo>
                    <a:cubicBezTo>
                      <a:pt x="5416010" y="573310"/>
                      <a:pt x="5428583" y="571214"/>
                      <a:pt x="5440203" y="572548"/>
                    </a:cubicBezTo>
                    <a:cubicBezTo>
                      <a:pt x="5456491" y="574453"/>
                      <a:pt x="5469922" y="571691"/>
                      <a:pt x="5482971" y="561880"/>
                    </a:cubicBezTo>
                    <a:cubicBezTo>
                      <a:pt x="5489924" y="556641"/>
                      <a:pt x="5498878" y="553879"/>
                      <a:pt x="5507165" y="550259"/>
                    </a:cubicBezTo>
                    <a:cubicBezTo>
                      <a:pt x="5519928" y="544640"/>
                      <a:pt x="5533168" y="539877"/>
                      <a:pt x="5545645" y="533591"/>
                    </a:cubicBezTo>
                    <a:cubicBezTo>
                      <a:pt x="5559076" y="526923"/>
                      <a:pt x="5571363" y="517684"/>
                      <a:pt x="5585079" y="511969"/>
                    </a:cubicBezTo>
                    <a:cubicBezTo>
                      <a:pt x="5599843" y="505778"/>
                      <a:pt x="5609368" y="496348"/>
                      <a:pt x="5615368" y="481679"/>
                    </a:cubicBezTo>
                    <a:cubicBezTo>
                      <a:pt x="5619179" y="472440"/>
                      <a:pt x="5624417" y="462629"/>
                      <a:pt x="5631656" y="456152"/>
                    </a:cubicBezTo>
                    <a:cubicBezTo>
                      <a:pt x="5646611" y="442913"/>
                      <a:pt x="5664136" y="432625"/>
                      <a:pt x="5679377" y="419576"/>
                    </a:cubicBezTo>
                    <a:cubicBezTo>
                      <a:pt x="5700808" y="401288"/>
                      <a:pt x="5720620" y="381857"/>
                      <a:pt x="5722525" y="350615"/>
                    </a:cubicBezTo>
                    <a:cubicBezTo>
                      <a:pt x="5723572" y="333375"/>
                      <a:pt x="5732716" y="326041"/>
                      <a:pt x="5749576" y="321945"/>
                    </a:cubicBezTo>
                    <a:cubicBezTo>
                      <a:pt x="5755195" y="320612"/>
                      <a:pt x="5763197" y="318040"/>
                      <a:pt x="5764911" y="313849"/>
                    </a:cubicBezTo>
                    <a:cubicBezTo>
                      <a:pt x="5770054" y="301371"/>
                      <a:pt x="5780722" y="298895"/>
                      <a:pt x="5791009" y="293942"/>
                    </a:cubicBezTo>
                    <a:cubicBezTo>
                      <a:pt x="5797201" y="290989"/>
                      <a:pt x="5804821" y="285179"/>
                      <a:pt x="5806440" y="279178"/>
                    </a:cubicBezTo>
                    <a:cubicBezTo>
                      <a:pt x="5813107" y="254889"/>
                      <a:pt x="5831395" y="240602"/>
                      <a:pt x="5848636" y="224885"/>
                    </a:cubicBezTo>
                    <a:cubicBezTo>
                      <a:pt x="5853684" y="220218"/>
                      <a:pt x="5859113" y="214884"/>
                      <a:pt x="5861590" y="208788"/>
                    </a:cubicBezTo>
                    <a:cubicBezTo>
                      <a:pt x="5866829" y="195643"/>
                      <a:pt x="5874639" y="186118"/>
                      <a:pt x="5888355" y="181166"/>
                    </a:cubicBezTo>
                    <a:cubicBezTo>
                      <a:pt x="5892736" y="179642"/>
                      <a:pt x="5896737" y="176117"/>
                      <a:pt x="5900071" y="172784"/>
                    </a:cubicBezTo>
                    <a:cubicBezTo>
                      <a:pt x="5907215" y="165545"/>
                      <a:pt x="5913215" y="157067"/>
                      <a:pt x="5920740" y="150305"/>
                    </a:cubicBezTo>
                    <a:cubicBezTo>
                      <a:pt x="5939885" y="132874"/>
                      <a:pt x="5958840" y="115729"/>
                      <a:pt x="5969985" y="91345"/>
                    </a:cubicBezTo>
                    <a:cubicBezTo>
                      <a:pt x="5975413" y="79439"/>
                      <a:pt x="5981605" y="66485"/>
                      <a:pt x="5991130" y="58293"/>
                    </a:cubicBezTo>
                    <a:cubicBezTo>
                      <a:pt x="6003227" y="47911"/>
                      <a:pt x="6019133" y="42005"/>
                      <a:pt x="6033325" y="33909"/>
                    </a:cubicBezTo>
                    <a:cubicBezTo>
                      <a:pt x="6040469" y="29813"/>
                      <a:pt x="6047137" y="24860"/>
                      <a:pt x="6054376" y="20955"/>
                    </a:cubicBezTo>
                    <a:cubicBezTo>
                      <a:pt x="6067234" y="14097"/>
                      <a:pt x="6080379" y="7715"/>
                      <a:pt x="609552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20" name="Freeform: Shape 13">
                <a:extLst>
                  <a:ext uri="{FF2B5EF4-FFF2-40B4-BE49-F238E27FC236}">
                    <a16:creationId xmlns:a16="http://schemas.microsoft.com/office/drawing/2014/main" id="{B911230A-EF3B-4760-9087-E4FBE05BDC5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44" y="3296011"/>
                <a:ext cx="12191456" cy="2849975"/>
              </a:xfrm>
              <a:custGeom>
                <a:avLst/>
                <a:gdLst>
                  <a:gd name="connsiteX0" fmla="*/ 6095524 w 6095524"/>
                  <a:gd name="connsiteY0" fmla="*/ 0 h 1424940"/>
                  <a:gd name="connsiteX1" fmla="*/ 6095524 w 6095524"/>
                  <a:gd name="connsiteY1" fmla="*/ 17431 h 1424940"/>
                  <a:gd name="connsiteX2" fmla="*/ 6095524 w 6095524"/>
                  <a:gd name="connsiteY2" fmla="*/ 216290 h 1424940"/>
                  <a:gd name="connsiteX3" fmla="*/ 6079998 w 6095524"/>
                  <a:gd name="connsiteY3" fmla="*/ 230600 h 1424940"/>
                  <a:gd name="connsiteX4" fmla="*/ 6012751 w 6095524"/>
                  <a:gd name="connsiteY4" fmla="*/ 260699 h 1424940"/>
                  <a:gd name="connsiteX5" fmla="*/ 5992749 w 6095524"/>
                  <a:gd name="connsiteY5" fmla="*/ 268700 h 1424940"/>
                  <a:gd name="connsiteX6" fmla="*/ 5910358 w 6095524"/>
                  <a:gd name="connsiteY6" fmla="*/ 320231 h 1424940"/>
                  <a:gd name="connsiteX7" fmla="*/ 5835777 w 6095524"/>
                  <a:gd name="connsiteY7" fmla="*/ 383953 h 1424940"/>
                  <a:gd name="connsiteX8" fmla="*/ 5781008 w 6095524"/>
                  <a:gd name="connsiteY8" fmla="*/ 459581 h 1424940"/>
                  <a:gd name="connsiteX9" fmla="*/ 5765673 w 6095524"/>
                  <a:gd name="connsiteY9" fmla="*/ 477584 h 1424940"/>
                  <a:gd name="connsiteX10" fmla="*/ 5723763 w 6095524"/>
                  <a:gd name="connsiteY10" fmla="*/ 500158 h 1424940"/>
                  <a:gd name="connsiteX11" fmla="*/ 5686711 w 6095524"/>
                  <a:gd name="connsiteY11" fmla="*/ 517112 h 1424940"/>
                  <a:gd name="connsiteX12" fmla="*/ 5659850 w 6095524"/>
                  <a:gd name="connsiteY12" fmla="*/ 535877 h 1424940"/>
                  <a:gd name="connsiteX13" fmla="*/ 5637181 w 6095524"/>
                  <a:gd name="connsiteY13" fmla="*/ 553117 h 1424940"/>
                  <a:gd name="connsiteX14" fmla="*/ 5585841 w 6095524"/>
                  <a:gd name="connsiteY14" fmla="*/ 597694 h 1424940"/>
                  <a:gd name="connsiteX15" fmla="*/ 5528977 w 6095524"/>
                  <a:gd name="connsiteY15" fmla="*/ 635318 h 1424940"/>
                  <a:gd name="connsiteX16" fmla="*/ 5483256 w 6095524"/>
                  <a:gd name="connsiteY16" fmla="*/ 681419 h 1424940"/>
                  <a:gd name="connsiteX17" fmla="*/ 5464397 w 6095524"/>
                  <a:gd name="connsiteY17" fmla="*/ 706374 h 1424940"/>
                  <a:gd name="connsiteX18" fmla="*/ 5424773 w 6095524"/>
                  <a:gd name="connsiteY18" fmla="*/ 723424 h 1424940"/>
                  <a:gd name="connsiteX19" fmla="*/ 5381815 w 6095524"/>
                  <a:gd name="connsiteY19" fmla="*/ 750094 h 1424940"/>
                  <a:gd name="connsiteX20" fmla="*/ 5351335 w 6095524"/>
                  <a:gd name="connsiteY20" fmla="*/ 776573 h 1424940"/>
                  <a:gd name="connsiteX21" fmla="*/ 5327809 w 6095524"/>
                  <a:gd name="connsiteY21" fmla="*/ 794290 h 1424940"/>
                  <a:gd name="connsiteX22" fmla="*/ 5294566 w 6095524"/>
                  <a:gd name="connsiteY22" fmla="*/ 812102 h 1424940"/>
                  <a:gd name="connsiteX23" fmla="*/ 5261229 w 6095524"/>
                  <a:gd name="connsiteY23" fmla="*/ 835438 h 1424940"/>
                  <a:gd name="connsiteX24" fmla="*/ 5245037 w 6095524"/>
                  <a:gd name="connsiteY24" fmla="*/ 849821 h 1424940"/>
                  <a:gd name="connsiteX25" fmla="*/ 5213699 w 6095524"/>
                  <a:gd name="connsiteY25" fmla="*/ 873728 h 1424940"/>
                  <a:gd name="connsiteX26" fmla="*/ 5181409 w 6095524"/>
                  <a:gd name="connsiteY26" fmla="*/ 896017 h 1424940"/>
                  <a:gd name="connsiteX27" fmla="*/ 5120735 w 6095524"/>
                  <a:gd name="connsiteY27" fmla="*/ 921544 h 1424940"/>
                  <a:gd name="connsiteX28" fmla="*/ 5065490 w 6095524"/>
                  <a:gd name="connsiteY28" fmla="*/ 959072 h 1424940"/>
                  <a:gd name="connsiteX29" fmla="*/ 5021675 w 6095524"/>
                  <a:gd name="connsiteY29" fmla="*/ 986504 h 1424940"/>
                  <a:gd name="connsiteX30" fmla="*/ 4996148 w 6095524"/>
                  <a:gd name="connsiteY30" fmla="*/ 1004507 h 1424940"/>
                  <a:gd name="connsiteX31" fmla="*/ 4949285 w 6095524"/>
                  <a:gd name="connsiteY31" fmla="*/ 1044702 h 1424940"/>
                  <a:gd name="connsiteX32" fmla="*/ 4876609 w 6095524"/>
                  <a:gd name="connsiteY32" fmla="*/ 1086993 h 1424940"/>
                  <a:gd name="connsiteX33" fmla="*/ 4832699 w 6095524"/>
                  <a:gd name="connsiteY33" fmla="*/ 1109853 h 1424940"/>
                  <a:gd name="connsiteX34" fmla="*/ 4738211 w 6095524"/>
                  <a:gd name="connsiteY34" fmla="*/ 1144334 h 1424940"/>
                  <a:gd name="connsiteX35" fmla="*/ 4707731 w 6095524"/>
                  <a:gd name="connsiteY35" fmla="*/ 1156621 h 1424940"/>
                  <a:gd name="connsiteX36" fmla="*/ 4672870 w 6095524"/>
                  <a:gd name="connsiteY36" fmla="*/ 1164717 h 1424940"/>
                  <a:gd name="connsiteX37" fmla="*/ 4616863 w 6095524"/>
                  <a:gd name="connsiteY37" fmla="*/ 1183862 h 1424940"/>
                  <a:gd name="connsiteX38" fmla="*/ 4507516 w 6095524"/>
                  <a:gd name="connsiteY38" fmla="*/ 1216819 h 1424940"/>
                  <a:gd name="connsiteX39" fmla="*/ 4483513 w 6095524"/>
                  <a:gd name="connsiteY39" fmla="*/ 1221867 h 1424940"/>
                  <a:gd name="connsiteX40" fmla="*/ 4422362 w 6095524"/>
                  <a:gd name="connsiteY40" fmla="*/ 1243108 h 1424940"/>
                  <a:gd name="connsiteX41" fmla="*/ 4385691 w 6095524"/>
                  <a:gd name="connsiteY41" fmla="*/ 1257395 h 1424940"/>
                  <a:gd name="connsiteX42" fmla="*/ 4355306 w 6095524"/>
                  <a:gd name="connsiteY42" fmla="*/ 1265587 h 1424940"/>
                  <a:gd name="connsiteX43" fmla="*/ 4328446 w 6095524"/>
                  <a:gd name="connsiteY43" fmla="*/ 1269397 h 1424940"/>
                  <a:gd name="connsiteX44" fmla="*/ 4257770 w 6095524"/>
                  <a:gd name="connsiteY44" fmla="*/ 1288256 h 1424940"/>
                  <a:gd name="connsiteX45" fmla="*/ 4229576 w 6095524"/>
                  <a:gd name="connsiteY45" fmla="*/ 1295686 h 1424940"/>
                  <a:gd name="connsiteX46" fmla="*/ 4156424 w 6095524"/>
                  <a:gd name="connsiteY46" fmla="*/ 1321213 h 1424940"/>
                  <a:gd name="connsiteX47" fmla="*/ 4094416 w 6095524"/>
                  <a:gd name="connsiteY47" fmla="*/ 1338072 h 1424940"/>
                  <a:gd name="connsiteX48" fmla="*/ 4068509 w 6095524"/>
                  <a:gd name="connsiteY48" fmla="*/ 1346168 h 1424940"/>
                  <a:gd name="connsiteX49" fmla="*/ 4009263 w 6095524"/>
                  <a:gd name="connsiteY49" fmla="*/ 1359694 h 1424940"/>
                  <a:gd name="connsiteX50" fmla="*/ 3975735 w 6095524"/>
                  <a:gd name="connsiteY50" fmla="*/ 1369219 h 1424940"/>
                  <a:gd name="connsiteX51" fmla="*/ 3893915 w 6095524"/>
                  <a:gd name="connsiteY51" fmla="*/ 1379982 h 1424940"/>
                  <a:gd name="connsiteX52" fmla="*/ 3809428 w 6095524"/>
                  <a:gd name="connsiteY52" fmla="*/ 1390364 h 1424940"/>
                  <a:gd name="connsiteX53" fmla="*/ 3763042 w 6095524"/>
                  <a:gd name="connsiteY53" fmla="*/ 1393793 h 1424940"/>
                  <a:gd name="connsiteX54" fmla="*/ 3722561 w 6095524"/>
                  <a:gd name="connsiteY54" fmla="*/ 1399223 h 1424940"/>
                  <a:gd name="connsiteX55" fmla="*/ 3687318 w 6095524"/>
                  <a:gd name="connsiteY55" fmla="*/ 1402652 h 1424940"/>
                  <a:gd name="connsiteX56" fmla="*/ 3631216 w 6095524"/>
                  <a:gd name="connsiteY56" fmla="*/ 1409605 h 1424940"/>
                  <a:gd name="connsiteX57" fmla="*/ 3607880 w 6095524"/>
                  <a:gd name="connsiteY57" fmla="*/ 1411415 h 1424940"/>
                  <a:gd name="connsiteX58" fmla="*/ 3552825 w 6095524"/>
                  <a:gd name="connsiteY58" fmla="*/ 1411319 h 1424940"/>
                  <a:gd name="connsiteX59" fmla="*/ 3533680 w 6095524"/>
                  <a:gd name="connsiteY59" fmla="*/ 1410367 h 1424940"/>
                  <a:gd name="connsiteX60" fmla="*/ 3496818 w 6095524"/>
                  <a:gd name="connsiteY60" fmla="*/ 1398556 h 1424940"/>
                  <a:gd name="connsiteX61" fmla="*/ 3492437 w 6095524"/>
                  <a:gd name="connsiteY61" fmla="*/ 1397699 h 1424940"/>
                  <a:gd name="connsiteX62" fmla="*/ 3468243 w 6095524"/>
                  <a:gd name="connsiteY62" fmla="*/ 1393031 h 1424940"/>
                  <a:gd name="connsiteX63" fmla="*/ 3455003 w 6095524"/>
                  <a:gd name="connsiteY63" fmla="*/ 1391507 h 1424940"/>
                  <a:gd name="connsiteX64" fmla="*/ 3404711 w 6095524"/>
                  <a:gd name="connsiteY64" fmla="*/ 1381792 h 1424940"/>
                  <a:gd name="connsiteX65" fmla="*/ 3375756 w 6095524"/>
                  <a:gd name="connsiteY65" fmla="*/ 1377220 h 1424940"/>
                  <a:gd name="connsiteX66" fmla="*/ 3352324 w 6095524"/>
                  <a:gd name="connsiteY66" fmla="*/ 1377887 h 1424940"/>
                  <a:gd name="connsiteX67" fmla="*/ 3311176 w 6095524"/>
                  <a:gd name="connsiteY67" fmla="*/ 1378744 h 1424940"/>
                  <a:gd name="connsiteX68" fmla="*/ 3298031 w 6095524"/>
                  <a:gd name="connsiteY68" fmla="*/ 1380935 h 1424940"/>
                  <a:gd name="connsiteX69" fmla="*/ 3238595 w 6095524"/>
                  <a:gd name="connsiteY69" fmla="*/ 1374648 h 1424940"/>
                  <a:gd name="connsiteX70" fmla="*/ 3204686 w 6095524"/>
                  <a:gd name="connsiteY70" fmla="*/ 1374172 h 1424940"/>
                  <a:gd name="connsiteX71" fmla="*/ 3166491 w 6095524"/>
                  <a:gd name="connsiteY71" fmla="*/ 1366361 h 1424940"/>
                  <a:gd name="connsiteX72" fmla="*/ 3155347 w 6095524"/>
                  <a:gd name="connsiteY72" fmla="*/ 1366742 h 1424940"/>
                  <a:gd name="connsiteX73" fmla="*/ 3142869 w 6095524"/>
                  <a:gd name="connsiteY73" fmla="*/ 1367409 h 1424940"/>
                  <a:gd name="connsiteX74" fmla="*/ 3104578 w 6095524"/>
                  <a:gd name="connsiteY74" fmla="*/ 1367981 h 1424940"/>
                  <a:gd name="connsiteX75" fmla="*/ 3081337 w 6095524"/>
                  <a:gd name="connsiteY75" fmla="*/ 1370838 h 1424940"/>
                  <a:gd name="connsiteX76" fmla="*/ 3037047 w 6095524"/>
                  <a:gd name="connsiteY76" fmla="*/ 1369124 h 1424940"/>
                  <a:gd name="connsiteX77" fmla="*/ 3020663 w 6095524"/>
                  <a:gd name="connsiteY77" fmla="*/ 1371600 h 1424940"/>
                  <a:gd name="connsiteX78" fmla="*/ 2979230 w 6095524"/>
                  <a:gd name="connsiteY78" fmla="*/ 1371886 h 1424940"/>
                  <a:gd name="connsiteX79" fmla="*/ 2942082 w 6095524"/>
                  <a:gd name="connsiteY79" fmla="*/ 1370457 h 1424940"/>
                  <a:gd name="connsiteX80" fmla="*/ 2906268 w 6095524"/>
                  <a:gd name="connsiteY80" fmla="*/ 1371219 h 1424940"/>
                  <a:gd name="connsiteX81" fmla="*/ 2880646 w 6095524"/>
                  <a:gd name="connsiteY81" fmla="*/ 1374362 h 1424940"/>
                  <a:gd name="connsiteX82" fmla="*/ 2852833 w 6095524"/>
                  <a:gd name="connsiteY82" fmla="*/ 1376267 h 1424940"/>
                  <a:gd name="connsiteX83" fmla="*/ 2776157 w 6095524"/>
                  <a:gd name="connsiteY83" fmla="*/ 1387602 h 1424940"/>
                  <a:gd name="connsiteX84" fmla="*/ 2761965 w 6095524"/>
                  <a:gd name="connsiteY84" fmla="*/ 1384840 h 1424940"/>
                  <a:gd name="connsiteX85" fmla="*/ 2681383 w 6095524"/>
                  <a:gd name="connsiteY85" fmla="*/ 1382268 h 1424940"/>
                  <a:gd name="connsiteX86" fmla="*/ 2663857 w 6095524"/>
                  <a:gd name="connsiteY86" fmla="*/ 1382459 h 1424940"/>
                  <a:gd name="connsiteX87" fmla="*/ 2616803 w 6095524"/>
                  <a:gd name="connsiteY87" fmla="*/ 1371219 h 1424940"/>
                  <a:gd name="connsiteX88" fmla="*/ 2544223 w 6095524"/>
                  <a:gd name="connsiteY88" fmla="*/ 1389031 h 1424940"/>
                  <a:gd name="connsiteX89" fmla="*/ 2476309 w 6095524"/>
                  <a:gd name="connsiteY89" fmla="*/ 1411319 h 1424940"/>
                  <a:gd name="connsiteX90" fmla="*/ 2467737 w 6095524"/>
                  <a:gd name="connsiteY90" fmla="*/ 1414177 h 1424940"/>
                  <a:gd name="connsiteX91" fmla="*/ 2443353 w 6095524"/>
                  <a:gd name="connsiteY91" fmla="*/ 1419035 h 1424940"/>
                  <a:gd name="connsiteX92" fmla="*/ 2413159 w 6095524"/>
                  <a:gd name="connsiteY92" fmla="*/ 1420749 h 1424940"/>
                  <a:gd name="connsiteX93" fmla="*/ 2374868 w 6095524"/>
                  <a:gd name="connsiteY93" fmla="*/ 1424940 h 1424940"/>
                  <a:gd name="connsiteX94" fmla="*/ 2344198 w 6095524"/>
                  <a:gd name="connsiteY94" fmla="*/ 1419701 h 1424940"/>
                  <a:gd name="connsiteX95" fmla="*/ 2301335 w 6095524"/>
                  <a:gd name="connsiteY95" fmla="*/ 1411891 h 1424940"/>
                  <a:gd name="connsiteX96" fmla="*/ 2260949 w 6095524"/>
                  <a:gd name="connsiteY96" fmla="*/ 1404461 h 1424940"/>
                  <a:gd name="connsiteX97" fmla="*/ 2248186 w 6095524"/>
                  <a:gd name="connsiteY97" fmla="*/ 1413224 h 1424940"/>
                  <a:gd name="connsiteX98" fmla="*/ 2228469 w 6095524"/>
                  <a:gd name="connsiteY98" fmla="*/ 1420844 h 1424940"/>
                  <a:gd name="connsiteX99" fmla="*/ 2206562 w 6095524"/>
                  <a:gd name="connsiteY99" fmla="*/ 1411700 h 1424940"/>
                  <a:gd name="connsiteX100" fmla="*/ 2155317 w 6095524"/>
                  <a:gd name="connsiteY100" fmla="*/ 1392746 h 1424940"/>
                  <a:gd name="connsiteX101" fmla="*/ 2122932 w 6095524"/>
                  <a:gd name="connsiteY101" fmla="*/ 1391888 h 1424940"/>
                  <a:gd name="connsiteX102" fmla="*/ 2052542 w 6095524"/>
                  <a:gd name="connsiteY102" fmla="*/ 1383792 h 1424940"/>
                  <a:gd name="connsiteX103" fmla="*/ 2006537 w 6095524"/>
                  <a:gd name="connsiteY103" fmla="*/ 1372267 h 1424940"/>
                  <a:gd name="connsiteX104" fmla="*/ 1973486 w 6095524"/>
                  <a:gd name="connsiteY104" fmla="*/ 1359218 h 1424940"/>
                  <a:gd name="connsiteX105" fmla="*/ 1926146 w 6095524"/>
                  <a:gd name="connsiteY105" fmla="*/ 1342168 h 1424940"/>
                  <a:gd name="connsiteX106" fmla="*/ 1878616 w 6095524"/>
                  <a:gd name="connsiteY106" fmla="*/ 1333310 h 1424940"/>
                  <a:gd name="connsiteX107" fmla="*/ 1844231 w 6095524"/>
                  <a:gd name="connsiteY107" fmla="*/ 1322165 h 1424940"/>
                  <a:gd name="connsiteX108" fmla="*/ 1802225 w 6095524"/>
                  <a:gd name="connsiteY108" fmla="*/ 1314545 h 1424940"/>
                  <a:gd name="connsiteX109" fmla="*/ 1766983 w 6095524"/>
                  <a:gd name="connsiteY109" fmla="*/ 1314260 h 1424940"/>
                  <a:gd name="connsiteX110" fmla="*/ 1711738 w 6095524"/>
                  <a:gd name="connsiteY110" fmla="*/ 1315593 h 1424940"/>
                  <a:gd name="connsiteX111" fmla="*/ 1644111 w 6095524"/>
                  <a:gd name="connsiteY111" fmla="*/ 1292543 h 1424940"/>
                  <a:gd name="connsiteX112" fmla="*/ 1616774 w 6095524"/>
                  <a:gd name="connsiteY112" fmla="*/ 1287399 h 1424940"/>
                  <a:gd name="connsiteX113" fmla="*/ 1591056 w 6095524"/>
                  <a:gd name="connsiteY113" fmla="*/ 1285018 h 1424940"/>
                  <a:gd name="connsiteX114" fmla="*/ 1536478 w 6095524"/>
                  <a:gd name="connsiteY114" fmla="*/ 1269683 h 1424940"/>
                  <a:gd name="connsiteX115" fmla="*/ 1514285 w 6095524"/>
                  <a:gd name="connsiteY115" fmla="*/ 1264634 h 1424940"/>
                  <a:gd name="connsiteX116" fmla="*/ 1483233 w 6095524"/>
                  <a:gd name="connsiteY116" fmla="*/ 1264730 h 1424940"/>
                  <a:gd name="connsiteX117" fmla="*/ 1426750 w 6095524"/>
                  <a:gd name="connsiteY117" fmla="*/ 1257681 h 1424940"/>
                  <a:gd name="connsiteX118" fmla="*/ 1370362 w 6095524"/>
                  <a:gd name="connsiteY118" fmla="*/ 1237107 h 1424940"/>
                  <a:gd name="connsiteX119" fmla="*/ 1346454 w 6095524"/>
                  <a:gd name="connsiteY119" fmla="*/ 1239107 h 1424940"/>
                  <a:gd name="connsiteX120" fmla="*/ 1337882 w 6095524"/>
                  <a:gd name="connsiteY120" fmla="*/ 1238631 h 1424940"/>
                  <a:gd name="connsiteX121" fmla="*/ 1260825 w 6095524"/>
                  <a:gd name="connsiteY121" fmla="*/ 1227296 h 1424940"/>
                  <a:gd name="connsiteX122" fmla="*/ 1253109 w 6095524"/>
                  <a:gd name="connsiteY122" fmla="*/ 1226058 h 1424940"/>
                  <a:gd name="connsiteX123" fmla="*/ 1216915 w 6095524"/>
                  <a:gd name="connsiteY123" fmla="*/ 1215962 h 1424940"/>
                  <a:gd name="connsiteX124" fmla="*/ 1125664 w 6095524"/>
                  <a:gd name="connsiteY124" fmla="*/ 1209675 h 1424940"/>
                  <a:gd name="connsiteX125" fmla="*/ 1120045 w 6095524"/>
                  <a:gd name="connsiteY125" fmla="*/ 1208913 h 1424940"/>
                  <a:gd name="connsiteX126" fmla="*/ 1089469 w 6095524"/>
                  <a:gd name="connsiteY126" fmla="*/ 1213961 h 1424940"/>
                  <a:gd name="connsiteX127" fmla="*/ 1074325 w 6095524"/>
                  <a:gd name="connsiteY127" fmla="*/ 1221105 h 1424940"/>
                  <a:gd name="connsiteX128" fmla="*/ 1050703 w 6095524"/>
                  <a:gd name="connsiteY128" fmla="*/ 1228535 h 1424940"/>
                  <a:gd name="connsiteX129" fmla="*/ 1026700 w 6095524"/>
                  <a:gd name="connsiteY129" fmla="*/ 1231297 h 1424940"/>
                  <a:gd name="connsiteX130" fmla="*/ 986409 w 6095524"/>
                  <a:gd name="connsiteY130" fmla="*/ 1220057 h 1424940"/>
                  <a:gd name="connsiteX131" fmla="*/ 971741 w 6095524"/>
                  <a:gd name="connsiteY131" fmla="*/ 1218914 h 1424940"/>
                  <a:gd name="connsiteX132" fmla="*/ 939070 w 6095524"/>
                  <a:gd name="connsiteY132" fmla="*/ 1213485 h 1424940"/>
                  <a:gd name="connsiteX133" fmla="*/ 910495 w 6095524"/>
                  <a:gd name="connsiteY133" fmla="*/ 1213866 h 1424940"/>
                  <a:gd name="connsiteX134" fmla="*/ 887540 w 6095524"/>
                  <a:gd name="connsiteY134" fmla="*/ 1222534 h 1424940"/>
                  <a:gd name="connsiteX135" fmla="*/ 854202 w 6095524"/>
                  <a:gd name="connsiteY135" fmla="*/ 1224248 h 1424940"/>
                  <a:gd name="connsiteX136" fmla="*/ 832675 w 6095524"/>
                  <a:gd name="connsiteY136" fmla="*/ 1217962 h 1424940"/>
                  <a:gd name="connsiteX137" fmla="*/ 828294 w 6095524"/>
                  <a:gd name="connsiteY137" fmla="*/ 1217105 h 1424940"/>
                  <a:gd name="connsiteX138" fmla="*/ 772001 w 6095524"/>
                  <a:gd name="connsiteY138" fmla="*/ 1216723 h 1424940"/>
                  <a:gd name="connsiteX139" fmla="*/ 701707 w 6095524"/>
                  <a:gd name="connsiteY139" fmla="*/ 1235678 h 1424940"/>
                  <a:gd name="connsiteX140" fmla="*/ 690086 w 6095524"/>
                  <a:gd name="connsiteY140" fmla="*/ 1239679 h 1424940"/>
                  <a:gd name="connsiteX141" fmla="*/ 633412 w 6095524"/>
                  <a:gd name="connsiteY141" fmla="*/ 1246632 h 1424940"/>
                  <a:gd name="connsiteX142" fmla="*/ 603028 w 6095524"/>
                  <a:gd name="connsiteY142" fmla="*/ 1253681 h 1424940"/>
                  <a:gd name="connsiteX143" fmla="*/ 581120 w 6095524"/>
                  <a:gd name="connsiteY143" fmla="*/ 1254062 h 1424940"/>
                  <a:gd name="connsiteX144" fmla="*/ 554642 w 6095524"/>
                  <a:gd name="connsiteY144" fmla="*/ 1266539 h 1424940"/>
                  <a:gd name="connsiteX145" fmla="*/ 545973 w 6095524"/>
                  <a:gd name="connsiteY145" fmla="*/ 1271969 h 1424940"/>
                  <a:gd name="connsiteX146" fmla="*/ 535591 w 6095524"/>
                  <a:gd name="connsiteY146" fmla="*/ 1275207 h 1424940"/>
                  <a:gd name="connsiteX147" fmla="*/ 488538 w 6095524"/>
                  <a:gd name="connsiteY147" fmla="*/ 1285494 h 1424940"/>
                  <a:gd name="connsiteX148" fmla="*/ 480155 w 6095524"/>
                  <a:gd name="connsiteY148" fmla="*/ 1291304 h 1424940"/>
                  <a:gd name="connsiteX149" fmla="*/ 474535 w 6095524"/>
                  <a:gd name="connsiteY149" fmla="*/ 1294924 h 1424940"/>
                  <a:gd name="connsiteX150" fmla="*/ 428816 w 6095524"/>
                  <a:gd name="connsiteY150" fmla="*/ 1301020 h 1424940"/>
                  <a:gd name="connsiteX151" fmla="*/ 400241 w 6095524"/>
                  <a:gd name="connsiteY151" fmla="*/ 1318260 h 1424940"/>
                  <a:gd name="connsiteX152" fmla="*/ 392431 w 6095524"/>
                  <a:gd name="connsiteY152" fmla="*/ 1325594 h 1424940"/>
                  <a:gd name="connsiteX153" fmla="*/ 365093 w 6095524"/>
                  <a:gd name="connsiteY153" fmla="*/ 1336643 h 1424940"/>
                  <a:gd name="connsiteX154" fmla="*/ 273177 w 6095524"/>
                  <a:gd name="connsiteY154" fmla="*/ 1357884 h 1424940"/>
                  <a:gd name="connsiteX155" fmla="*/ 246888 w 6095524"/>
                  <a:gd name="connsiteY155" fmla="*/ 1350359 h 1424940"/>
                  <a:gd name="connsiteX156" fmla="*/ 196977 w 6095524"/>
                  <a:gd name="connsiteY156" fmla="*/ 1370552 h 1424940"/>
                  <a:gd name="connsiteX157" fmla="*/ 153352 w 6095524"/>
                  <a:gd name="connsiteY157" fmla="*/ 1381982 h 1424940"/>
                  <a:gd name="connsiteX158" fmla="*/ 137160 w 6095524"/>
                  <a:gd name="connsiteY158" fmla="*/ 1384745 h 1424940"/>
                  <a:gd name="connsiteX159" fmla="*/ 85917 w 6095524"/>
                  <a:gd name="connsiteY159" fmla="*/ 1389793 h 1424940"/>
                  <a:gd name="connsiteX160" fmla="*/ 59532 w 6095524"/>
                  <a:gd name="connsiteY160" fmla="*/ 1401223 h 1424940"/>
                  <a:gd name="connsiteX161" fmla="*/ 30325 w 6095524"/>
                  <a:gd name="connsiteY161" fmla="*/ 1409974 h 1424940"/>
                  <a:gd name="connsiteX162" fmla="*/ 0 w 6095524"/>
                  <a:gd name="connsiteY162" fmla="*/ 1412360 h 1424940"/>
                  <a:gd name="connsiteX163" fmla="*/ 0 w 6095524"/>
                  <a:gd name="connsiteY163" fmla="*/ 1058622 h 1424940"/>
                  <a:gd name="connsiteX164" fmla="*/ 17145 w 6095524"/>
                  <a:gd name="connsiteY164" fmla="*/ 1060228 h 1424940"/>
                  <a:gd name="connsiteX165" fmla="*/ 44672 w 6095524"/>
                  <a:gd name="connsiteY165" fmla="*/ 1066324 h 1424940"/>
                  <a:gd name="connsiteX166" fmla="*/ 84677 w 6095524"/>
                  <a:gd name="connsiteY166" fmla="*/ 1076230 h 1424940"/>
                  <a:gd name="connsiteX167" fmla="*/ 132017 w 6095524"/>
                  <a:gd name="connsiteY167" fmla="*/ 1064990 h 1424940"/>
                  <a:gd name="connsiteX168" fmla="*/ 136779 w 6095524"/>
                  <a:gd name="connsiteY168" fmla="*/ 1060323 h 1424940"/>
                  <a:gd name="connsiteX169" fmla="*/ 187547 w 6095524"/>
                  <a:gd name="connsiteY169" fmla="*/ 1049179 h 1424940"/>
                  <a:gd name="connsiteX170" fmla="*/ 270891 w 6095524"/>
                  <a:gd name="connsiteY170" fmla="*/ 1036415 h 1424940"/>
                  <a:gd name="connsiteX171" fmla="*/ 276320 w 6095524"/>
                  <a:gd name="connsiteY171" fmla="*/ 1035558 h 1424940"/>
                  <a:gd name="connsiteX172" fmla="*/ 323755 w 6095524"/>
                  <a:gd name="connsiteY172" fmla="*/ 1061561 h 1424940"/>
                  <a:gd name="connsiteX173" fmla="*/ 361855 w 6095524"/>
                  <a:gd name="connsiteY173" fmla="*/ 1057942 h 1424940"/>
                  <a:gd name="connsiteX174" fmla="*/ 379571 w 6095524"/>
                  <a:gd name="connsiteY174" fmla="*/ 1039939 h 1424940"/>
                  <a:gd name="connsiteX175" fmla="*/ 430530 w 6095524"/>
                  <a:gd name="connsiteY175" fmla="*/ 1025747 h 1424940"/>
                  <a:gd name="connsiteX176" fmla="*/ 493300 w 6095524"/>
                  <a:gd name="connsiteY176" fmla="*/ 1027176 h 1424940"/>
                  <a:gd name="connsiteX177" fmla="*/ 537782 w 6095524"/>
                  <a:gd name="connsiteY177" fmla="*/ 1025366 h 1424940"/>
                  <a:gd name="connsiteX178" fmla="*/ 562166 w 6095524"/>
                  <a:gd name="connsiteY178" fmla="*/ 1015746 h 1424940"/>
                  <a:gd name="connsiteX179" fmla="*/ 579596 w 6095524"/>
                  <a:gd name="connsiteY179" fmla="*/ 1016699 h 1424940"/>
                  <a:gd name="connsiteX180" fmla="*/ 612362 w 6095524"/>
                  <a:gd name="connsiteY180" fmla="*/ 1023557 h 1424940"/>
                  <a:gd name="connsiteX181" fmla="*/ 716090 w 6095524"/>
                  <a:gd name="connsiteY181" fmla="*/ 1031653 h 1424940"/>
                  <a:gd name="connsiteX182" fmla="*/ 758381 w 6095524"/>
                  <a:gd name="connsiteY182" fmla="*/ 1018985 h 1424940"/>
                  <a:gd name="connsiteX183" fmla="*/ 771049 w 6095524"/>
                  <a:gd name="connsiteY183" fmla="*/ 1018699 h 1424940"/>
                  <a:gd name="connsiteX184" fmla="*/ 799433 w 6095524"/>
                  <a:gd name="connsiteY184" fmla="*/ 1023652 h 1424940"/>
                  <a:gd name="connsiteX185" fmla="*/ 858012 w 6095524"/>
                  <a:gd name="connsiteY185" fmla="*/ 1020318 h 1424940"/>
                  <a:gd name="connsiteX186" fmla="*/ 879634 w 6095524"/>
                  <a:gd name="connsiteY186" fmla="*/ 1015270 h 1424940"/>
                  <a:gd name="connsiteX187" fmla="*/ 891635 w 6095524"/>
                  <a:gd name="connsiteY187" fmla="*/ 1012031 h 1424940"/>
                  <a:gd name="connsiteX188" fmla="*/ 953262 w 6095524"/>
                  <a:gd name="connsiteY188" fmla="*/ 1003078 h 1424940"/>
                  <a:gd name="connsiteX189" fmla="*/ 980694 w 6095524"/>
                  <a:gd name="connsiteY189" fmla="*/ 993458 h 1424940"/>
                  <a:gd name="connsiteX190" fmla="*/ 988124 w 6095524"/>
                  <a:gd name="connsiteY190" fmla="*/ 992029 h 1424940"/>
                  <a:gd name="connsiteX191" fmla="*/ 1028795 w 6095524"/>
                  <a:gd name="connsiteY191" fmla="*/ 996029 h 1424940"/>
                  <a:gd name="connsiteX192" fmla="*/ 1059275 w 6095524"/>
                  <a:gd name="connsiteY192" fmla="*/ 1011555 h 1424940"/>
                  <a:gd name="connsiteX193" fmla="*/ 1065181 w 6095524"/>
                  <a:gd name="connsiteY193" fmla="*/ 1016794 h 1424940"/>
                  <a:gd name="connsiteX194" fmla="*/ 1150144 w 6095524"/>
                  <a:gd name="connsiteY194" fmla="*/ 1014984 h 1424940"/>
                  <a:gd name="connsiteX195" fmla="*/ 1163193 w 6095524"/>
                  <a:gd name="connsiteY195" fmla="*/ 1012793 h 1424940"/>
                  <a:gd name="connsiteX196" fmla="*/ 1226249 w 6095524"/>
                  <a:gd name="connsiteY196" fmla="*/ 1021937 h 1424940"/>
                  <a:gd name="connsiteX197" fmla="*/ 1244632 w 6095524"/>
                  <a:gd name="connsiteY197" fmla="*/ 1023747 h 1424940"/>
                  <a:gd name="connsiteX198" fmla="*/ 1310545 w 6095524"/>
                  <a:gd name="connsiteY198" fmla="*/ 1031939 h 1424940"/>
                  <a:gd name="connsiteX199" fmla="*/ 1319879 w 6095524"/>
                  <a:gd name="connsiteY199" fmla="*/ 1024319 h 1424940"/>
                  <a:gd name="connsiteX200" fmla="*/ 1346740 w 6095524"/>
                  <a:gd name="connsiteY200" fmla="*/ 1005173 h 1424940"/>
                  <a:gd name="connsiteX201" fmla="*/ 1399699 w 6095524"/>
                  <a:gd name="connsiteY201" fmla="*/ 988219 h 1424940"/>
                  <a:gd name="connsiteX202" fmla="*/ 1414082 w 6095524"/>
                  <a:gd name="connsiteY202" fmla="*/ 989171 h 1424940"/>
                  <a:gd name="connsiteX203" fmla="*/ 1450467 w 6095524"/>
                  <a:gd name="connsiteY203" fmla="*/ 1017461 h 1424940"/>
                  <a:gd name="connsiteX204" fmla="*/ 1468184 w 6095524"/>
                  <a:gd name="connsiteY204" fmla="*/ 1028795 h 1424940"/>
                  <a:gd name="connsiteX205" fmla="*/ 1518476 w 6095524"/>
                  <a:gd name="connsiteY205" fmla="*/ 1049655 h 1424940"/>
                  <a:gd name="connsiteX206" fmla="*/ 1522667 w 6095524"/>
                  <a:gd name="connsiteY206" fmla="*/ 1053465 h 1424940"/>
                  <a:gd name="connsiteX207" fmla="*/ 1559814 w 6095524"/>
                  <a:gd name="connsiteY207" fmla="*/ 1098709 h 1424940"/>
                  <a:gd name="connsiteX208" fmla="*/ 1568196 w 6095524"/>
                  <a:gd name="connsiteY208" fmla="*/ 1106424 h 1424940"/>
                  <a:gd name="connsiteX209" fmla="*/ 1578293 w 6095524"/>
                  <a:gd name="connsiteY209" fmla="*/ 1118426 h 1424940"/>
                  <a:gd name="connsiteX210" fmla="*/ 1609820 w 6095524"/>
                  <a:gd name="connsiteY210" fmla="*/ 1141667 h 1424940"/>
                  <a:gd name="connsiteX211" fmla="*/ 1648873 w 6095524"/>
                  <a:gd name="connsiteY211" fmla="*/ 1149096 h 1424940"/>
                  <a:gd name="connsiteX212" fmla="*/ 1696022 w 6095524"/>
                  <a:gd name="connsiteY212" fmla="*/ 1160431 h 1424940"/>
                  <a:gd name="connsiteX213" fmla="*/ 1715739 w 6095524"/>
                  <a:gd name="connsiteY213" fmla="*/ 1168051 h 1424940"/>
                  <a:gd name="connsiteX214" fmla="*/ 1768602 w 6095524"/>
                  <a:gd name="connsiteY214" fmla="*/ 1182529 h 1424940"/>
                  <a:gd name="connsiteX215" fmla="*/ 1806321 w 6095524"/>
                  <a:gd name="connsiteY215" fmla="*/ 1194721 h 1424940"/>
                  <a:gd name="connsiteX216" fmla="*/ 1860709 w 6095524"/>
                  <a:gd name="connsiteY216" fmla="*/ 1201865 h 1424940"/>
                  <a:gd name="connsiteX217" fmla="*/ 1887093 w 6095524"/>
                  <a:gd name="connsiteY217" fmla="*/ 1202150 h 1424940"/>
                  <a:gd name="connsiteX218" fmla="*/ 1935575 w 6095524"/>
                  <a:gd name="connsiteY218" fmla="*/ 1238726 h 1424940"/>
                  <a:gd name="connsiteX219" fmla="*/ 1974247 w 6095524"/>
                  <a:gd name="connsiteY219" fmla="*/ 1262920 h 1424940"/>
                  <a:gd name="connsiteX220" fmla="*/ 2014919 w 6095524"/>
                  <a:gd name="connsiteY220" fmla="*/ 1251204 h 1424940"/>
                  <a:gd name="connsiteX221" fmla="*/ 2025968 w 6095524"/>
                  <a:gd name="connsiteY221" fmla="*/ 1240155 h 1424940"/>
                  <a:gd name="connsiteX222" fmla="*/ 2092643 w 6095524"/>
                  <a:gd name="connsiteY222" fmla="*/ 1229678 h 1424940"/>
                  <a:gd name="connsiteX223" fmla="*/ 2187893 w 6095524"/>
                  <a:gd name="connsiteY223" fmla="*/ 1229297 h 1424940"/>
                  <a:gd name="connsiteX224" fmla="*/ 2346294 w 6095524"/>
                  <a:gd name="connsiteY224" fmla="*/ 1205484 h 1424940"/>
                  <a:gd name="connsiteX225" fmla="*/ 2373916 w 6095524"/>
                  <a:gd name="connsiteY225" fmla="*/ 1194435 h 1424940"/>
                  <a:gd name="connsiteX226" fmla="*/ 2404967 w 6095524"/>
                  <a:gd name="connsiteY226" fmla="*/ 1191673 h 1424940"/>
                  <a:gd name="connsiteX227" fmla="*/ 2416874 w 6095524"/>
                  <a:gd name="connsiteY227" fmla="*/ 1198436 h 1424940"/>
                  <a:gd name="connsiteX228" fmla="*/ 2468975 w 6095524"/>
                  <a:gd name="connsiteY228" fmla="*/ 1208532 h 1424940"/>
                  <a:gd name="connsiteX229" fmla="*/ 2478882 w 6095524"/>
                  <a:gd name="connsiteY229" fmla="*/ 1208723 h 1424940"/>
                  <a:gd name="connsiteX230" fmla="*/ 2512791 w 6095524"/>
                  <a:gd name="connsiteY230" fmla="*/ 1204436 h 1424940"/>
                  <a:gd name="connsiteX231" fmla="*/ 2544223 w 6095524"/>
                  <a:gd name="connsiteY231" fmla="*/ 1201960 h 1424940"/>
                  <a:gd name="connsiteX232" fmla="*/ 2623471 w 6095524"/>
                  <a:gd name="connsiteY232" fmla="*/ 1210056 h 1424940"/>
                  <a:gd name="connsiteX233" fmla="*/ 2684241 w 6095524"/>
                  <a:gd name="connsiteY233" fmla="*/ 1208151 h 1424940"/>
                  <a:gd name="connsiteX234" fmla="*/ 2712244 w 6095524"/>
                  <a:gd name="connsiteY234" fmla="*/ 1210056 h 1424940"/>
                  <a:gd name="connsiteX235" fmla="*/ 2728055 w 6095524"/>
                  <a:gd name="connsiteY235" fmla="*/ 1212914 h 1424940"/>
                  <a:gd name="connsiteX236" fmla="*/ 2763869 w 6095524"/>
                  <a:gd name="connsiteY236" fmla="*/ 1232821 h 1424940"/>
                  <a:gd name="connsiteX237" fmla="*/ 2783491 w 6095524"/>
                  <a:gd name="connsiteY237" fmla="*/ 1237298 h 1424940"/>
                  <a:gd name="connsiteX238" fmla="*/ 2842546 w 6095524"/>
                  <a:gd name="connsiteY238" fmla="*/ 1236917 h 1424940"/>
                  <a:gd name="connsiteX239" fmla="*/ 2931128 w 6095524"/>
                  <a:gd name="connsiteY239" fmla="*/ 1206913 h 1424940"/>
                  <a:gd name="connsiteX240" fmla="*/ 2940368 w 6095524"/>
                  <a:gd name="connsiteY240" fmla="*/ 1202912 h 1424940"/>
                  <a:gd name="connsiteX241" fmla="*/ 2985421 w 6095524"/>
                  <a:gd name="connsiteY241" fmla="*/ 1197959 h 1424940"/>
                  <a:gd name="connsiteX242" fmla="*/ 3015996 w 6095524"/>
                  <a:gd name="connsiteY242" fmla="*/ 1204722 h 1424940"/>
                  <a:gd name="connsiteX243" fmla="*/ 3057621 w 6095524"/>
                  <a:gd name="connsiteY243" fmla="*/ 1218724 h 1424940"/>
                  <a:gd name="connsiteX244" fmla="*/ 3095054 w 6095524"/>
                  <a:gd name="connsiteY244" fmla="*/ 1230440 h 1424940"/>
                  <a:gd name="connsiteX245" fmla="*/ 3122295 w 6095524"/>
                  <a:gd name="connsiteY245" fmla="*/ 1243679 h 1424940"/>
                  <a:gd name="connsiteX246" fmla="*/ 3184589 w 6095524"/>
                  <a:gd name="connsiteY246" fmla="*/ 1253395 h 1424940"/>
                  <a:gd name="connsiteX247" fmla="*/ 3191066 w 6095524"/>
                  <a:gd name="connsiteY247" fmla="*/ 1255014 h 1424940"/>
                  <a:gd name="connsiteX248" fmla="*/ 3237929 w 6095524"/>
                  <a:gd name="connsiteY248" fmla="*/ 1243203 h 1424940"/>
                  <a:gd name="connsiteX249" fmla="*/ 3294221 w 6095524"/>
                  <a:gd name="connsiteY249" fmla="*/ 1231202 h 1424940"/>
                  <a:gd name="connsiteX250" fmla="*/ 3314319 w 6095524"/>
                  <a:gd name="connsiteY250" fmla="*/ 1235297 h 1424940"/>
                  <a:gd name="connsiteX251" fmla="*/ 3341846 w 6095524"/>
                  <a:gd name="connsiteY251" fmla="*/ 1241108 h 1424940"/>
                  <a:gd name="connsiteX252" fmla="*/ 3367373 w 6095524"/>
                  <a:gd name="connsiteY252" fmla="*/ 1238060 h 1424940"/>
                  <a:gd name="connsiteX253" fmla="*/ 3382899 w 6095524"/>
                  <a:gd name="connsiteY253" fmla="*/ 1237774 h 1424940"/>
                  <a:gd name="connsiteX254" fmla="*/ 3453765 w 6095524"/>
                  <a:gd name="connsiteY254" fmla="*/ 1273397 h 1424940"/>
                  <a:gd name="connsiteX255" fmla="*/ 3471767 w 6095524"/>
                  <a:gd name="connsiteY255" fmla="*/ 1276350 h 1424940"/>
                  <a:gd name="connsiteX256" fmla="*/ 3481959 w 6095524"/>
                  <a:gd name="connsiteY256" fmla="*/ 1280732 h 1424940"/>
                  <a:gd name="connsiteX257" fmla="*/ 3543396 w 6095524"/>
                  <a:gd name="connsiteY257" fmla="*/ 1324928 h 1424940"/>
                  <a:gd name="connsiteX258" fmla="*/ 3569494 w 6095524"/>
                  <a:gd name="connsiteY258" fmla="*/ 1333881 h 1424940"/>
                  <a:gd name="connsiteX259" fmla="*/ 3598164 w 6095524"/>
                  <a:gd name="connsiteY259" fmla="*/ 1332071 h 1424940"/>
                  <a:gd name="connsiteX260" fmla="*/ 3614738 w 6095524"/>
                  <a:gd name="connsiteY260" fmla="*/ 1328833 h 1424940"/>
                  <a:gd name="connsiteX261" fmla="*/ 3655886 w 6095524"/>
                  <a:gd name="connsiteY261" fmla="*/ 1300734 h 1424940"/>
                  <a:gd name="connsiteX262" fmla="*/ 3679317 w 6095524"/>
                  <a:gd name="connsiteY262" fmla="*/ 1301687 h 1424940"/>
                  <a:gd name="connsiteX263" fmla="*/ 3715893 w 6095524"/>
                  <a:gd name="connsiteY263" fmla="*/ 1321022 h 1424940"/>
                  <a:gd name="connsiteX264" fmla="*/ 3782282 w 6095524"/>
                  <a:gd name="connsiteY264" fmla="*/ 1329690 h 1424940"/>
                  <a:gd name="connsiteX265" fmla="*/ 3816001 w 6095524"/>
                  <a:gd name="connsiteY265" fmla="*/ 1302639 h 1424940"/>
                  <a:gd name="connsiteX266" fmla="*/ 3833431 w 6095524"/>
                  <a:gd name="connsiteY266" fmla="*/ 1276636 h 1424940"/>
                  <a:gd name="connsiteX267" fmla="*/ 3883819 w 6095524"/>
                  <a:gd name="connsiteY267" fmla="*/ 1246442 h 1424940"/>
                  <a:gd name="connsiteX268" fmla="*/ 3895821 w 6095524"/>
                  <a:gd name="connsiteY268" fmla="*/ 1257681 h 1424940"/>
                  <a:gd name="connsiteX269" fmla="*/ 3932778 w 6095524"/>
                  <a:gd name="connsiteY269" fmla="*/ 1262444 h 1424940"/>
                  <a:gd name="connsiteX270" fmla="*/ 3972782 w 6095524"/>
                  <a:gd name="connsiteY270" fmla="*/ 1262063 h 1424940"/>
                  <a:gd name="connsiteX271" fmla="*/ 4042505 w 6095524"/>
                  <a:gd name="connsiteY271" fmla="*/ 1267111 h 1424940"/>
                  <a:gd name="connsiteX272" fmla="*/ 4088892 w 6095524"/>
                  <a:gd name="connsiteY272" fmla="*/ 1238250 h 1424940"/>
                  <a:gd name="connsiteX273" fmla="*/ 4106609 w 6095524"/>
                  <a:gd name="connsiteY273" fmla="*/ 1226344 h 1424940"/>
                  <a:gd name="connsiteX274" fmla="*/ 4123182 w 6095524"/>
                  <a:gd name="connsiteY274" fmla="*/ 1218724 h 1424940"/>
                  <a:gd name="connsiteX275" fmla="*/ 4142328 w 6095524"/>
                  <a:gd name="connsiteY275" fmla="*/ 1214438 h 1424940"/>
                  <a:gd name="connsiteX276" fmla="*/ 4188524 w 6095524"/>
                  <a:gd name="connsiteY276" fmla="*/ 1198245 h 1424940"/>
                  <a:gd name="connsiteX277" fmla="*/ 4213860 w 6095524"/>
                  <a:gd name="connsiteY277" fmla="*/ 1182338 h 1424940"/>
                  <a:gd name="connsiteX278" fmla="*/ 4270820 w 6095524"/>
                  <a:gd name="connsiteY278" fmla="*/ 1167003 h 1424940"/>
                  <a:gd name="connsiteX279" fmla="*/ 4309587 w 6095524"/>
                  <a:gd name="connsiteY279" fmla="*/ 1153287 h 1424940"/>
                  <a:gd name="connsiteX280" fmla="*/ 4350449 w 6095524"/>
                  <a:gd name="connsiteY280" fmla="*/ 1129665 h 1424940"/>
                  <a:gd name="connsiteX281" fmla="*/ 4356164 w 6095524"/>
                  <a:gd name="connsiteY281" fmla="*/ 1126046 h 1424940"/>
                  <a:gd name="connsiteX282" fmla="*/ 4369880 w 6095524"/>
                  <a:gd name="connsiteY282" fmla="*/ 1110520 h 1424940"/>
                  <a:gd name="connsiteX283" fmla="*/ 4389787 w 6095524"/>
                  <a:gd name="connsiteY283" fmla="*/ 1057085 h 1424940"/>
                  <a:gd name="connsiteX284" fmla="*/ 4395502 w 6095524"/>
                  <a:gd name="connsiteY284" fmla="*/ 1046226 h 1424940"/>
                  <a:gd name="connsiteX285" fmla="*/ 4447413 w 6095524"/>
                  <a:gd name="connsiteY285" fmla="*/ 1009650 h 1424940"/>
                  <a:gd name="connsiteX286" fmla="*/ 4466654 w 6095524"/>
                  <a:gd name="connsiteY286" fmla="*/ 1013079 h 1424940"/>
                  <a:gd name="connsiteX287" fmla="*/ 4487894 w 6095524"/>
                  <a:gd name="connsiteY287" fmla="*/ 1025081 h 1424940"/>
                  <a:gd name="connsiteX288" fmla="*/ 4534472 w 6095524"/>
                  <a:gd name="connsiteY288" fmla="*/ 1028224 h 1424940"/>
                  <a:gd name="connsiteX289" fmla="*/ 4551903 w 6095524"/>
                  <a:gd name="connsiteY289" fmla="*/ 1022033 h 1424940"/>
                  <a:gd name="connsiteX290" fmla="*/ 4582382 w 6095524"/>
                  <a:gd name="connsiteY290" fmla="*/ 1005364 h 1424940"/>
                  <a:gd name="connsiteX291" fmla="*/ 4605909 w 6095524"/>
                  <a:gd name="connsiteY291" fmla="*/ 979551 h 1424940"/>
                  <a:gd name="connsiteX292" fmla="*/ 4640104 w 6095524"/>
                  <a:gd name="connsiteY292" fmla="*/ 936879 h 1424940"/>
                  <a:gd name="connsiteX293" fmla="*/ 4705731 w 6095524"/>
                  <a:gd name="connsiteY293" fmla="*/ 920591 h 1424940"/>
                  <a:gd name="connsiteX294" fmla="*/ 4730973 w 6095524"/>
                  <a:gd name="connsiteY294" fmla="*/ 915162 h 1424940"/>
                  <a:gd name="connsiteX295" fmla="*/ 4822794 w 6095524"/>
                  <a:gd name="connsiteY295" fmla="*/ 892397 h 1424940"/>
                  <a:gd name="connsiteX296" fmla="*/ 4830794 w 6095524"/>
                  <a:gd name="connsiteY296" fmla="*/ 891635 h 1424940"/>
                  <a:gd name="connsiteX297" fmla="*/ 4894421 w 6095524"/>
                  <a:gd name="connsiteY297" fmla="*/ 865442 h 1424940"/>
                  <a:gd name="connsiteX298" fmla="*/ 4909756 w 6095524"/>
                  <a:gd name="connsiteY298" fmla="*/ 858964 h 1424940"/>
                  <a:gd name="connsiteX299" fmla="*/ 4928521 w 6095524"/>
                  <a:gd name="connsiteY299" fmla="*/ 842391 h 1424940"/>
                  <a:gd name="connsiteX300" fmla="*/ 4945857 w 6095524"/>
                  <a:gd name="connsiteY300" fmla="*/ 795623 h 1424940"/>
                  <a:gd name="connsiteX301" fmla="*/ 4966145 w 6095524"/>
                  <a:gd name="connsiteY301" fmla="*/ 774287 h 1424940"/>
                  <a:gd name="connsiteX302" fmla="*/ 4980909 w 6095524"/>
                  <a:gd name="connsiteY302" fmla="*/ 761333 h 1424940"/>
                  <a:gd name="connsiteX303" fmla="*/ 4993862 w 6095524"/>
                  <a:gd name="connsiteY303" fmla="*/ 741712 h 1424940"/>
                  <a:gd name="connsiteX304" fmla="*/ 5006816 w 6095524"/>
                  <a:gd name="connsiteY304" fmla="*/ 694754 h 1424940"/>
                  <a:gd name="connsiteX305" fmla="*/ 5026724 w 6095524"/>
                  <a:gd name="connsiteY305" fmla="*/ 653129 h 1424940"/>
                  <a:gd name="connsiteX306" fmla="*/ 5062538 w 6095524"/>
                  <a:gd name="connsiteY306" fmla="*/ 630079 h 1424940"/>
                  <a:gd name="connsiteX307" fmla="*/ 5084731 w 6095524"/>
                  <a:gd name="connsiteY307" fmla="*/ 617982 h 1424940"/>
                  <a:gd name="connsiteX308" fmla="*/ 5172647 w 6095524"/>
                  <a:gd name="connsiteY308" fmla="*/ 630174 h 1424940"/>
                  <a:gd name="connsiteX309" fmla="*/ 5232654 w 6095524"/>
                  <a:gd name="connsiteY309" fmla="*/ 642080 h 1424940"/>
                  <a:gd name="connsiteX310" fmla="*/ 5252371 w 6095524"/>
                  <a:gd name="connsiteY310" fmla="*/ 637508 h 1424940"/>
                  <a:gd name="connsiteX311" fmla="*/ 5308092 w 6095524"/>
                  <a:gd name="connsiteY311" fmla="*/ 598646 h 1424940"/>
                  <a:gd name="connsiteX312" fmla="*/ 5363147 w 6095524"/>
                  <a:gd name="connsiteY312" fmla="*/ 581311 h 1424940"/>
                  <a:gd name="connsiteX313" fmla="*/ 5404580 w 6095524"/>
                  <a:gd name="connsiteY313" fmla="*/ 576358 h 1424940"/>
                  <a:gd name="connsiteX314" fmla="*/ 5440203 w 6095524"/>
                  <a:gd name="connsiteY314" fmla="*/ 572548 h 1424940"/>
                  <a:gd name="connsiteX315" fmla="*/ 5482971 w 6095524"/>
                  <a:gd name="connsiteY315" fmla="*/ 561880 h 1424940"/>
                  <a:gd name="connsiteX316" fmla="*/ 5507165 w 6095524"/>
                  <a:gd name="connsiteY316" fmla="*/ 550259 h 1424940"/>
                  <a:gd name="connsiteX317" fmla="*/ 5545645 w 6095524"/>
                  <a:gd name="connsiteY317" fmla="*/ 533591 h 1424940"/>
                  <a:gd name="connsiteX318" fmla="*/ 5585079 w 6095524"/>
                  <a:gd name="connsiteY318" fmla="*/ 511969 h 1424940"/>
                  <a:gd name="connsiteX319" fmla="*/ 5615368 w 6095524"/>
                  <a:gd name="connsiteY319" fmla="*/ 481679 h 1424940"/>
                  <a:gd name="connsiteX320" fmla="*/ 5631656 w 6095524"/>
                  <a:gd name="connsiteY320" fmla="*/ 456152 h 1424940"/>
                  <a:gd name="connsiteX321" fmla="*/ 5679377 w 6095524"/>
                  <a:gd name="connsiteY321" fmla="*/ 419576 h 1424940"/>
                  <a:gd name="connsiteX322" fmla="*/ 5722525 w 6095524"/>
                  <a:gd name="connsiteY322" fmla="*/ 350615 h 1424940"/>
                  <a:gd name="connsiteX323" fmla="*/ 5749576 w 6095524"/>
                  <a:gd name="connsiteY323" fmla="*/ 321945 h 1424940"/>
                  <a:gd name="connsiteX324" fmla="*/ 5764911 w 6095524"/>
                  <a:gd name="connsiteY324" fmla="*/ 313849 h 1424940"/>
                  <a:gd name="connsiteX325" fmla="*/ 5791009 w 6095524"/>
                  <a:gd name="connsiteY325" fmla="*/ 293942 h 1424940"/>
                  <a:gd name="connsiteX326" fmla="*/ 5806440 w 6095524"/>
                  <a:gd name="connsiteY326" fmla="*/ 279178 h 1424940"/>
                  <a:gd name="connsiteX327" fmla="*/ 5848636 w 6095524"/>
                  <a:gd name="connsiteY327" fmla="*/ 224885 h 1424940"/>
                  <a:gd name="connsiteX328" fmla="*/ 5861590 w 6095524"/>
                  <a:gd name="connsiteY328" fmla="*/ 208788 h 1424940"/>
                  <a:gd name="connsiteX329" fmla="*/ 5888355 w 6095524"/>
                  <a:gd name="connsiteY329" fmla="*/ 181166 h 1424940"/>
                  <a:gd name="connsiteX330" fmla="*/ 5900071 w 6095524"/>
                  <a:gd name="connsiteY330" fmla="*/ 172784 h 1424940"/>
                  <a:gd name="connsiteX331" fmla="*/ 5920740 w 6095524"/>
                  <a:gd name="connsiteY331" fmla="*/ 150305 h 1424940"/>
                  <a:gd name="connsiteX332" fmla="*/ 5969985 w 6095524"/>
                  <a:gd name="connsiteY332" fmla="*/ 91345 h 1424940"/>
                  <a:gd name="connsiteX333" fmla="*/ 5991130 w 6095524"/>
                  <a:gd name="connsiteY333" fmla="*/ 58293 h 1424940"/>
                  <a:gd name="connsiteX334" fmla="*/ 6033325 w 6095524"/>
                  <a:gd name="connsiteY334" fmla="*/ 33909 h 1424940"/>
                  <a:gd name="connsiteX335" fmla="*/ 6054376 w 6095524"/>
                  <a:gd name="connsiteY335" fmla="*/ 20955 h 1424940"/>
                  <a:gd name="connsiteX336" fmla="*/ 6095524 w 6095524"/>
                  <a:gd name="connsiteY336" fmla="*/ 0 h 14249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  <a:cxn ang="0">
                    <a:pos x="connsiteX288" y="connsiteY288"/>
                  </a:cxn>
                  <a:cxn ang="0">
                    <a:pos x="connsiteX289" y="connsiteY289"/>
                  </a:cxn>
                  <a:cxn ang="0">
                    <a:pos x="connsiteX290" y="connsiteY290"/>
                  </a:cxn>
                  <a:cxn ang="0">
                    <a:pos x="connsiteX291" y="connsiteY291"/>
                  </a:cxn>
                  <a:cxn ang="0">
                    <a:pos x="connsiteX292" y="connsiteY292"/>
                  </a:cxn>
                  <a:cxn ang="0">
                    <a:pos x="connsiteX293" y="connsiteY293"/>
                  </a:cxn>
                  <a:cxn ang="0">
                    <a:pos x="connsiteX294" y="connsiteY294"/>
                  </a:cxn>
                  <a:cxn ang="0">
                    <a:pos x="connsiteX295" y="connsiteY295"/>
                  </a:cxn>
                  <a:cxn ang="0">
                    <a:pos x="connsiteX296" y="connsiteY296"/>
                  </a:cxn>
                  <a:cxn ang="0">
                    <a:pos x="connsiteX297" y="connsiteY297"/>
                  </a:cxn>
                  <a:cxn ang="0">
                    <a:pos x="connsiteX298" y="connsiteY298"/>
                  </a:cxn>
                  <a:cxn ang="0">
                    <a:pos x="connsiteX299" y="connsiteY299"/>
                  </a:cxn>
                  <a:cxn ang="0">
                    <a:pos x="connsiteX300" y="connsiteY300"/>
                  </a:cxn>
                  <a:cxn ang="0">
                    <a:pos x="connsiteX301" y="connsiteY301"/>
                  </a:cxn>
                  <a:cxn ang="0">
                    <a:pos x="connsiteX302" y="connsiteY302"/>
                  </a:cxn>
                  <a:cxn ang="0">
                    <a:pos x="connsiteX303" y="connsiteY303"/>
                  </a:cxn>
                  <a:cxn ang="0">
                    <a:pos x="connsiteX304" y="connsiteY304"/>
                  </a:cxn>
                  <a:cxn ang="0">
                    <a:pos x="connsiteX305" y="connsiteY305"/>
                  </a:cxn>
                  <a:cxn ang="0">
                    <a:pos x="connsiteX306" y="connsiteY306"/>
                  </a:cxn>
                  <a:cxn ang="0">
                    <a:pos x="connsiteX307" y="connsiteY307"/>
                  </a:cxn>
                  <a:cxn ang="0">
                    <a:pos x="connsiteX308" y="connsiteY308"/>
                  </a:cxn>
                  <a:cxn ang="0">
                    <a:pos x="connsiteX309" y="connsiteY309"/>
                  </a:cxn>
                  <a:cxn ang="0">
                    <a:pos x="connsiteX310" y="connsiteY310"/>
                  </a:cxn>
                  <a:cxn ang="0">
                    <a:pos x="connsiteX311" y="connsiteY311"/>
                  </a:cxn>
                  <a:cxn ang="0">
                    <a:pos x="connsiteX312" y="connsiteY312"/>
                  </a:cxn>
                  <a:cxn ang="0">
                    <a:pos x="connsiteX313" y="connsiteY313"/>
                  </a:cxn>
                  <a:cxn ang="0">
                    <a:pos x="connsiteX314" y="connsiteY314"/>
                  </a:cxn>
                  <a:cxn ang="0">
                    <a:pos x="connsiteX315" y="connsiteY315"/>
                  </a:cxn>
                  <a:cxn ang="0">
                    <a:pos x="connsiteX316" y="connsiteY316"/>
                  </a:cxn>
                  <a:cxn ang="0">
                    <a:pos x="connsiteX317" y="connsiteY317"/>
                  </a:cxn>
                  <a:cxn ang="0">
                    <a:pos x="connsiteX318" y="connsiteY318"/>
                  </a:cxn>
                  <a:cxn ang="0">
                    <a:pos x="connsiteX319" y="connsiteY319"/>
                  </a:cxn>
                  <a:cxn ang="0">
                    <a:pos x="connsiteX320" y="connsiteY320"/>
                  </a:cxn>
                  <a:cxn ang="0">
                    <a:pos x="connsiteX321" y="connsiteY321"/>
                  </a:cxn>
                  <a:cxn ang="0">
                    <a:pos x="connsiteX322" y="connsiteY322"/>
                  </a:cxn>
                  <a:cxn ang="0">
                    <a:pos x="connsiteX323" y="connsiteY323"/>
                  </a:cxn>
                  <a:cxn ang="0">
                    <a:pos x="connsiteX324" y="connsiteY324"/>
                  </a:cxn>
                  <a:cxn ang="0">
                    <a:pos x="connsiteX325" y="connsiteY325"/>
                  </a:cxn>
                  <a:cxn ang="0">
                    <a:pos x="connsiteX326" y="connsiteY326"/>
                  </a:cxn>
                  <a:cxn ang="0">
                    <a:pos x="connsiteX327" y="connsiteY327"/>
                  </a:cxn>
                  <a:cxn ang="0">
                    <a:pos x="connsiteX328" y="connsiteY328"/>
                  </a:cxn>
                  <a:cxn ang="0">
                    <a:pos x="connsiteX329" y="connsiteY329"/>
                  </a:cxn>
                  <a:cxn ang="0">
                    <a:pos x="connsiteX330" y="connsiteY330"/>
                  </a:cxn>
                  <a:cxn ang="0">
                    <a:pos x="connsiteX331" y="connsiteY331"/>
                  </a:cxn>
                  <a:cxn ang="0">
                    <a:pos x="connsiteX332" y="connsiteY332"/>
                  </a:cxn>
                  <a:cxn ang="0">
                    <a:pos x="connsiteX333" y="connsiteY333"/>
                  </a:cxn>
                  <a:cxn ang="0">
                    <a:pos x="connsiteX334" y="connsiteY334"/>
                  </a:cxn>
                  <a:cxn ang="0">
                    <a:pos x="connsiteX335" y="connsiteY335"/>
                  </a:cxn>
                  <a:cxn ang="0">
                    <a:pos x="connsiteX336" y="connsiteY336"/>
                  </a:cxn>
                </a:cxnLst>
                <a:rect l="l" t="t" r="r" b="b"/>
                <a:pathLst>
                  <a:path w="6095524" h="1424940">
                    <a:moveTo>
                      <a:pt x="6095524" y="0"/>
                    </a:moveTo>
                    <a:cubicBezTo>
                      <a:pt x="6095524" y="7811"/>
                      <a:pt x="6095524" y="12573"/>
                      <a:pt x="6095524" y="17431"/>
                    </a:cubicBezTo>
                    <a:lnTo>
                      <a:pt x="6095524" y="216290"/>
                    </a:lnTo>
                    <a:lnTo>
                      <a:pt x="6079998" y="230600"/>
                    </a:lnTo>
                    <a:cubicBezTo>
                      <a:pt x="6058567" y="241363"/>
                      <a:pt x="6035706" y="251079"/>
                      <a:pt x="6012751" y="260699"/>
                    </a:cubicBezTo>
                    <a:cubicBezTo>
                      <a:pt x="6006084" y="263462"/>
                      <a:pt x="5998749" y="264986"/>
                      <a:pt x="5992749" y="268700"/>
                    </a:cubicBezTo>
                    <a:cubicBezTo>
                      <a:pt x="5965126" y="285655"/>
                      <a:pt x="5938361" y="303943"/>
                      <a:pt x="5910358" y="320231"/>
                    </a:cubicBezTo>
                    <a:cubicBezTo>
                      <a:pt x="5881497" y="337090"/>
                      <a:pt x="5855684" y="356997"/>
                      <a:pt x="5835777" y="383953"/>
                    </a:cubicBezTo>
                    <a:cubicBezTo>
                      <a:pt x="5817298" y="409004"/>
                      <a:pt x="5799391" y="434435"/>
                      <a:pt x="5781008" y="459581"/>
                    </a:cubicBezTo>
                    <a:cubicBezTo>
                      <a:pt x="5776341" y="465963"/>
                      <a:pt x="5772054" y="473488"/>
                      <a:pt x="5765673" y="477584"/>
                    </a:cubicBezTo>
                    <a:cubicBezTo>
                      <a:pt x="5752433" y="486156"/>
                      <a:pt x="5737955" y="493109"/>
                      <a:pt x="5723763" y="500158"/>
                    </a:cubicBezTo>
                    <a:cubicBezTo>
                      <a:pt x="5711571" y="506159"/>
                      <a:pt x="5698617" y="510635"/>
                      <a:pt x="5686711" y="517112"/>
                    </a:cubicBezTo>
                    <a:cubicBezTo>
                      <a:pt x="5677186" y="522256"/>
                      <a:pt x="5668708" y="529400"/>
                      <a:pt x="5659850" y="535877"/>
                    </a:cubicBezTo>
                    <a:cubicBezTo>
                      <a:pt x="5652135" y="541496"/>
                      <a:pt x="5643658" y="546354"/>
                      <a:pt x="5637181" y="553117"/>
                    </a:cubicBezTo>
                    <a:cubicBezTo>
                      <a:pt x="5621369" y="569500"/>
                      <a:pt x="5605462" y="585597"/>
                      <a:pt x="5585841" y="597694"/>
                    </a:cubicBezTo>
                    <a:cubicBezTo>
                      <a:pt x="5566505" y="609695"/>
                      <a:pt x="5548217" y="623126"/>
                      <a:pt x="5528977" y="635318"/>
                    </a:cubicBezTo>
                    <a:cubicBezTo>
                      <a:pt x="5510117" y="647224"/>
                      <a:pt x="5493067" y="660273"/>
                      <a:pt x="5483256" y="681419"/>
                    </a:cubicBezTo>
                    <a:cubicBezTo>
                      <a:pt x="5478875" y="690753"/>
                      <a:pt x="5472684" y="700945"/>
                      <a:pt x="5464397" y="706374"/>
                    </a:cubicBezTo>
                    <a:cubicBezTo>
                      <a:pt x="5452586" y="714089"/>
                      <a:pt x="5437632" y="716852"/>
                      <a:pt x="5424773" y="723424"/>
                    </a:cubicBezTo>
                    <a:cubicBezTo>
                      <a:pt x="5409628" y="731139"/>
                      <a:pt x="5392103" y="737807"/>
                      <a:pt x="5381815" y="750094"/>
                    </a:cubicBezTo>
                    <a:cubicBezTo>
                      <a:pt x="5372671" y="761048"/>
                      <a:pt x="5363432" y="769620"/>
                      <a:pt x="5351335" y="776573"/>
                    </a:cubicBezTo>
                    <a:cubicBezTo>
                      <a:pt x="5342858" y="781431"/>
                      <a:pt x="5336572" y="790289"/>
                      <a:pt x="5327809" y="794290"/>
                    </a:cubicBezTo>
                    <a:cubicBezTo>
                      <a:pt x="5316284" y="799624"/>
                      <a:pt x="5304663" y="803815"/>
                      <a:pt x="5294566" y="812102"/>
                    </a:cubicBezTo>
                    <a:cubicBezTo>
                      <a:pt x="5284089" y="820674"/>
                      <a:pt x="5272183" y="827437"/>
                      <a:pt x="5261229" y="835438"/>
                    </a:cubicBezTo>
                    <a:cubicBezTo>
                      <a:pt x="5255419" y="839724"/>
                      <a:pt x="5250656" y="845344"/>
                      <a:pt x="5245037" y="849821"/>
                    </a:cubicBezTo>
                    <a:cubicBezTo>
                      <a:pt x="5234750" y="858012"/>
                      <a:pt x="5224272" y="866013"/>
                      <a:pt x="5213699" y="873728"/>
                    </a:cubicBezTo>
                    <a:cubicBezTo>
                      <a:pt x="5203127" y="881444"/>
                      <a:pt x="5193030" y="890397"/>
                      <a:pt x="5181409" y="896017"/>
                    </a:cubicBezTo>
                    <a:cubicBezTo>
                      <a:pt x="5161598" y="905542"/>
                      <a:pt x="5139976" y="911257"/>
                      <a:pt x="5120735" y="921544"/>
                    </a:cubicBezTo>
                    <a:cubicBezTo>
                      <a:pt x="5101209" y="932021"/>
                      <a:pt x="5082826" y="945166"/>
                      <a:pt x="5065490" y="959072"/>
                    </a:cubicBezTo>
                    <a:cubicBezTo>
                      <a:pt x="5051774" y="970026"/>
                      <a:pt x="5038916" y="980885"/>
                      <a:pt x="5021675" y="986504"/>
                    </a:cubicBezTo>
                    <a:cubicBezTo>
                      <a:pt x="5012055" y="989648"/>
                      <a:pt x="5001959" y="996506"/>
                      <a:pt x="4996148" y="1004507"/>
                    </a:cubicBezTo>
                    <a:cubicBezTo>
                      <a:pt x="4983575" y="1021937"/>
                      <a:pt x="4967478" y="1034225"/>
                      <a:pt x="4949285" y="1044702"/>
                    </a:cubicBezTo>
                    <a:cubicBezTo>
                      <a:pt x="4924996" y="1058799"/>
                      <a:pt x="4900993" y="1073182"/>
                      <a:pt x="4876609" y="1086993"/>
                    </a:cubicBezTo>
                    <a:cubicBezTo>
                      <a:pt x="4862227" y="1095185"/>
                      <a:pt x="4847940" y="1103852"/>
                      <a:pt x="4832699" y="1109853"/>
                    </a:cubicBezTo>
                    <a:cubicBezTo>
                      <a:pt x="4801553" y="1122236"/>
                      <a:pt x="4769644" y="1132808"/>
                      <a:pt x="4738211" y="1144334"/>
                    </a:cubicBezTo>
                    <a:cubicBezTo>
                      <a:pt x="4727924" y="1148048"/>
                      <a:pt x="4718209" y="1153382"/>
                      <a:pt x="4707731" y="1156621"/>
                    </a:cubicBezTo>
                    <a:cubicBezTo>
                      <a:pt x="4696396" y="1160145"/>
                      <a:pt x="4684205" y="1161193"/>
                      <a:pt x="4672870" y="1164717"/>
                    </a:cubicBezTo>
                    <a:cubicBezTo>
                      <a:pt x="4654010" y="1170527"/>
                      <a:pt x="4635722" y="1177957"/>
                      <a:pt x="4616863" y="1183862"/>
                    </a:cubicBezTo>
                    <a:cubicBezTo>
                      <a:pt x="4580477" y="1195197"/>
                      <a:pt x="4543996" y="1206056"/>
                      <a:pt x="4507516" y="1216819"/>
                    </a:cubicBezTo>
                    <a:cubicBezTo>
                      <a:pt x="4499706" y="1219105"/>
                      <a:pt x="4491228" y="1219391"/>
                      <a:pt x="4483513" y="1221867"/>
                    </a:cubicBezTo>
                    <a:cubicBezTo>
                      <a:pt x="4463034" y="1228535"/>
                      <a:pt x="4442650" y="1235773"/>
                      <a:pt x="4422362" y="1243108"/>
                    </a:cubicBezTo>
                    <a:cubicBezTo>
                      <a:pt x="4410075" y="1247585"/>
                      <a:pt x="4398073" y="1253109"/>
                      <a:pt x="4385691" y="1257395"/>
                    </a:cubicBezTo>
                    <a:cubicBezTo>
                      <a:pt x="4375785" y="1260824"/>
                      <a:pt x="4365593" y="1263491"/>
                      <a:pt x="4355306" y="1265587"/>
                    </a:cubicBezTo>
                    <a:cubicBezTo>
                      <a:pt x="4346448" y="1267397"/>
                      <a:pt x="4337209" y="1267206"/>
                      <a:pt x="4328446" y="1269397"/>
                    </a:cubicBezTo>
                    <a:cubicBezTo>
                      <a:pt x="4304728" y="1275302"/>
                      <a:pt x="4281297" y="1281970"/>
                      <a:pt x="4257770" y="1288256"/>
                    </a:cubicBezTo>
                    <a:cubicBezTo>
                      <a:pt x="4248341" y="1290733"/>
                      <a:pt x="4238720" y="1292543"/>
                      <a:pt x="4229576" y="1295686"/>
                    </a:cubicBezTo>
                    <a:cubicBezTo>
                      <a:pt x="4205097" y="1303973"/>
                      <a:pt x="4180999" y="1313402"/>
                      <a:pt x="4156424" y="1321213"/>
                    </a:cubicBezTo>
                    <a:cubicBezTo>
                      <a:pt x="4136041" y="1327690"/>
                      <a:pt x="4115086" y="1332357"/>
                      <a:pt x="4094416" y="1338072"/>
                    </a:cubicBezTo>
                    <a:cubicBezTo>
                      <a:pt x="4085653" y="1340549"/>
                      <a:pt x="4077271" y="1344073"/>
                      <a:pt x="4068509" y="1346168"/>
                    </a:cubicBezTo>
                    <a:cubicBezTo>
                      <a:pt x="4048887" y="1350931"/>
                      <a:pt x="4028980" y="1354931"/>
                      <a:pt x="4009263" y="1359694"/>
                    </a:cubicBezTo>
                    <a:cubicBezTo>
                      <a:pt x="3998023" y="1362456"/>
                      <a:pt x="3987165" y="1367409"/>
                      <a:pt x="3975735" y="1369219"/>
                    </a:cubicBezTo>
                    <a:cubicBezTo>
                      <a:pt x="3948589" y="1373505"/>
                      <a:pt x="3921252" y="1376553"/>
                      <a:pt x="3893915" y="1379982"/>
                    </a:cubicBezTo>
                    <a:cubicBezTo>
                      <a:pt x="3865722" y="1383506"/>
                      <a:pt x="3837623" y="1387221"/>
                      <a:pt x="3809428" y="1390364"/>
                    </a:cubicBezTo>
                    <a:cubicBezTo>
                      <a:pt x="3793998" y="1391984"/>
                      <a:pt x="3778472" y="1392269"/>
                      <a:pt x="3763042" y="1393793"/>
                    </a:cubicBezTo>
                    <a:cubicBezTo>
                      <a:pt x="3749516" y="1395127"/>
                      <a:pt x="3736086" y="1397603"/>
                      <a:pt x="3722561" y="1399223"/>
                    </a:cubicBezTo>
                    <a:cubicBezTo>
                      <a:pt x="3710845" y="1400556"/>
                      <a:pt x="3699034" y="1401318"/>
                      <a:pt x="3687318" y="1402652"/>
                    </a:cubicBezTo>
                    <a:cubicBezTo>
                      <a:pt x="3668554" y="1404842"/>
                      <a:pt x="3649885" y="1407319"/>
                      <a:pt x="3631216" y="1409605"/>
                    </a:cubicBezTo>
                    <a:cubicBezTo>
                      <a:pt x="3623406" y="1410462"/>
                      <a:pt x="3615214" y="1412843"/>
                      <a:pt x="3607880" y="1411415"/>
                    </a:cubicBezTo>
                    <a:cubicBezTo>
                      <a:pt x="3589401" y="1407795"/>
                      <a:pt x="3571208" y="1408843"/>
                      <a:pt x="3552825" y="1411319"/>
                    </a:cubicBezTo>
                    <a:cubicBezTo>
                      <a:pt x="3546539" y="1412177"/>
                      <a:pt x="3539776" y="1411986"/>
                      <a:pt x="3533680" y="1410367"/>
                    </a:cubicBezTo>
                    <a:cubicBezTo>
                      <a:pt x="3521202" y="1407128"/>
                      <a:pt x="3509106" y="1402556"/>
                      <a:pt x="3496818" y="1398556"/>
                    </a:cubicBezTo>
                    <a:cubicBezTo>
                      <a:pt x="3495484" y="1398080"/>
                      <a:pt x="3493865" y="1397984"/>
                      <a:pt x="3492437" y="1397699"/>
                    </a:cubicBezTo>
                    <a:cubicBezTo>
                      <a:pt x="3484340" y="1396079"/>
                      <a:pt x="3476340" y="1394460"/>
                      <a:pt x="3468243" y="1393031"/>
                    </a:cubicBezTo>
                    <a:cubicBezTo>
                      <a:pt x="3463862" y="1392269"/>
                      <a:pt x="3459385" y="1392174"/>
                      <a:pt x="3455003" y="1391507"/>
                    </a:cubicBezTo>
                    <a:cubicBezTo>
                      <a:pt x="3438049" y="1388840"/>
                      <a:pt x="3419380" y="1393317"/>
                      <a:pt x="3404711" y="1381792"/>
                    </a:cubicBezTo>
                    <a:cubicBezTo>
                      <a:pt x="3395186" y="1374362"/>
                      <a:pt x="3385947" y="1376077"/>
                      <a:pt x="3375756" y="1377220"/>
                    </a:cubicBezTo>
                    <a:cubicBezTo>
                      <a:pt x="3368040" y="1378077"/>
                      <a:pt x="3360134" y="1377791"/>
                      <a:pt x="3352324" y="1377887"/>
                    </a:cubicBezTo>
                    <a:cubicBezTo>
                      <a:pt x="3338608" y="1378172"/>
                      <a:pt x="3324892" y="1378268"/>
                      <a:pt x="3311176" y="1378744"/>
                    </a:cubicBezTo>
                    <a:cubicBezTo>
                      <a:pt x="3306794" y="1378934"/>
                      <a:pt x="3302318" y="1381316"/>
                      <a:pt x="3298031" y="1380935"/>
                    </a:cubicBezTo>
                    <a:cubicBezTo>
                      <a:pt x="3278219" y="1379125"/>
                      <a:pt x="3258407" y="1376267"/>
                      <a:pt x="3238595" y="1374648"/>
                    </a:cubicBezTo>
                    <a:cubicBezTo>
                      <a:pt x="3227356" y="1373696"/>
                      <a:pt x="3215830" y="1375505"/>
                      <a:pt x="3204686" y="1374172"/>
                    </a:cubicBezTo>
                    <a:cubicBezTo>
                      <a:pt x="3191828" y="1372648"/>
                      <a:pt x="3179255" y="1368743"/>
                      <a:pt x="3166491" y="1366361"/>
                    </a:cubicBezTo>
                    <a:cubicBezTo>
                      <a:pt x="3162967" y="1365695"/>
                      <a:pt x="3159062" y="1366552"/>
                      <a:pt x="3155347" y="1366742"/>
                    </a:cubicBezTo>
                    <a:cubicBezTo>
                      <a:pt x="3151156" y="1366933"/>
                      <a:pt x="3147060" y="1367314"/>
                      <a:pt x="3142869" y="1367409"/>
                    </a:cubicBezTo>
                    <a:cubicBezTo>
                      <a:pt x="3130105" y="1367600"/>
                      <a:pt x="3117342" y="1367314"/>
                      <a:pt x="3104578" y="1367981"/>
                    </a:cubicBezTo>
                    <a:cubicBezTo>
                      <a:pt x="3096768" y="1368362"/>
                      <a:pt x="3088577" y="1372267"/>
                      <a:pt x="3081337" y="1370838"/>
                    </a:cubicBezTo>
                    <a:cubicBezTo>
                      <a:pt x="3066574" y="1368076"/>
                      <a:pt x="3051810" y="1374267"/>
                      <a:pt x="3037047" y="1369124"/>
                    </a:cubicBezTo>
                    <a:cubicBezTo>
                      <a:pt x="3032474" y="1367600"/>
                      <a:pt x="3026188" y="1371410"/>
                      <a:pt x="3020663" y="1371600"/>
                    </a:cubicBezTo>
                    <a:cubicBezTo>
                      <a:pt x="3006852" y="1372076"/>
                      <a:pt x="2993041" y="1371981"/>
                      <a:pt x="2979230" y="1371886"/>
                    </a:cubicBezTo>
                    <a:cubicBezTo>
                      <a:pt x="2966847" y="1371791"/>
                      <a:pt x="2953988" y="1373124"/>
                      <a:pt x="2942082" y="1370457"/>
                    </a:cubicBezTo>
                    <a:cubicBezTo>
                      <a:pt x="2929604" y="1367600"/>
                      <a:pt x="2918365" y="1367981"/>
                      <a:pt x="2906268" y="1371219"/>
                    </a:cubicBezTo>
                    <a:cubicBezTo>
                      <a:pt x="2897981" y="1373410"/>
                      <a:pt x="2889218" y="1373696"/>
                      <a:pt x="2880646" y="1374362"/>
                    </a:cubicBezTo>
                    <a:cubicBezTo>
                      <a:pt x="2871407" y="1375124"/>
                      <a:pt x="2861215" y="1373124"/>
                      <a:pt x="2852833" y="1376267"/>
                    </a:cubicBezTo>
                    <a:cubicBezTo>
                      <a:pt x="2827877" y="1385602"/>
                      <a:pt x="2802255" y="1387602"/>
                      <a:pt x="2776157" y="1387602"/>
                    </a:cubicBezTo>
                    <a:cubicBezTo>
                      <a:pt x="2771394" y="1387602"/>
                      <a:pt x="2766536" y="1386269"/>
                      <a:pt x="2761965" y="1384840"/>
                    </a:cubicBezTo>
                    <a:cubicBezTo>
                      <a:pt x="2735294" y="1376267"/>
                      <a:pt x="2708529" y="1377029"/>
                      <a:pt x="2681383" y="1382268"/>
                    </a:cubicBezTo>
                    <a:cubicBezTo>
                      <a:pt x="2675763" y="1383411"/>
                      <a:pt x="2669477" y="1383602"/>
                      <a:pt x="2663857" y="1382459"/>
                    </a:cubicBezTo>
                    <a:cubicBezTo>
                      <a:pt x="2648045" y="1379125"/>
                      <a:pt x="2632710" y="1373600"/>
                      <a:pt x="2616803" y="1371219"/>
                    </a:cubicBezTo>
                    <a:cubicBezTo>
                      <a:pt x="2590515" y="1367314"/>
                      <a:pt x="2567750" y="1380458"/>
                      <a:pt x="2544223" y="1389031"/>
                    </a:cubicBezTo>
                    <a:cubicBezTo>
                      <a:pt x="2521839" y="1397127"/>
                      <a:pt x="2502789" y="1415415"/>
                      <a:pt x="2476309" y="1411319"/>
                    </a:cubicBezTo>
                    <a:cubicBezTo>
                      <a:pt x="2473643" y="1410938"/>
                      <a:pt x="2470690" y="1413510"/>
                      <a:pt x="2467737" y="1414177"/>
                    </a:cubicBezTo>
                    <a:cubicBezTo>
                      <a:pt x="2459641" y="1415987"/>
                      <a:pt x="2451545" y="1418177"/>
                      <a:pt x="2443353" y="1419035"/>
                    </a:cubicBezTo>
                    <a:cubicBezTo>
                      <a:pt x="2433352" y="1420178"/>
                      <a:pt x="2423160" y="1419797"/>
                      <a:pt x="2413159" y="1420749"/>
                    </a:cubicBezTo>
                    <a:cubicBezTo>
                      <a:pt x="2400300" y="1421892"/>
                      <a:pt x="2387632" y="1424940"/>
                      <a:pt x="2374868" y="1424940"/>
                    </a:cubicBezTo>
                    <a:cubicBezTo>
                      <a:pt x="2364581" y="1424940"/>
                      <a:pt x="2354389" y="1421416"/>
                      <a:pt x="2344198" y="1419701"/>
                    </a:cubicBezTo>
                    <a:cubicBezTo>
                      <a:pt x="2329815" y="1417320"/>
                      <a:pt x="2314003" y="1417987"/>
                      <a:pt x="2301335" y="1411891"/>
                    </a:cubicBezTo>
                    <a:cubicBezTo>
                      <a:pt x="2287810" y="1405414"/>
                      <a:pt x="2274951" y="1402461"/>
                      <a:pt x="2260949" y="1404461"/>
                    </a:cubicBezTo>
                    <a:cubicBezTo>
                      <a:pt x="2256282" y="1405128"/>
                      <a:pt x="2250281" y="1409129"/>
                      <a:pt x="2248186" y="1413224"/>
                    </a:cubicBezTo>
                    <a:cubicBezTo>
                      <a:pt x="2243518" y="1422368"/>
                      <a:pt x="2237137" y="1423988"/>
                      <a:pt x="2228469" y="1420844"/>
                    </a:cubicBezTo>
                    <a:cubicBezTo>
                      <a:pt x="2220944" y="1418177"/>
                      <a:pt x="2211705" y="1416844"/>
                      <a:pt x="2206562" y="1411700"/>
                    </a:cubicBezTo>
                    <a:cubicBezTo>
                      <a:pt x="2191988" y="1397127"/>
                      <a:pt x="2173414" y="1396651"/>
                      <a:pt x="2155317" y="1392746"/>
                    </a:cubicBezTo>
                    <a:cubicBezTo>
                      <a:pt x="2144269" y="1390364"/>
                      <a:pt x="2133981" y="1390269"/>
                      <a:pt x="2122932" y="1391888"/>
                    </a:cubicBezTo>
                    <a:cubicBezTo>
                      <a:pt x="2098930" y="1395508"/>
                      <a:pt x="2075593" y="1390364"/>
                      <a:pt x="2052542" y="1383792"/>
                    </a:cubicBezTo>
                    <a:cubicBezTo>
                      <a:pt x="2037302" y="1379411"/>
                      <a:pt x="2021681" y="1376744"/>
                      <a:pt x="2006537" y="1372267"/>
                    </a:cubicBezTo>
                    <a:cubicBezTo>
                      <a:pt x="1995202" y="1368838"/>
                      <a:pt x="1983868" y="1364742"/>
                      <a:pt x="1973486" y="1359218"/>
                    </a:cubicBezTo>
                    <a:cubicBezTo>
                      <a:pt x="1958435" y="1351121"/>
                      <a:pt x="1945292" y="1338929"/>
                      <a:pt x="1926146" y="1342168"/>
                    </a:cubicBezTo>
                    <a:cubicBezTo>
                      <a:pt x="1909286" y="1345025"/>
                      <a:pt x="1894047" y="1339025"/>
                      <a:pt x="1878616" y="1333310"/>
                    </a:cubicBezTo>
                    <a:cubicBezTo>
                      <a:pt x="1867281" y="1329119"/>
                      <a:pt x="1855948" y="1324832"/>
                      <a:pt x="1844231" y="1322165"/>
                    </a:cubicBezTo>
                    <a:cubicBezTo>
                      <a:pt x="1830324" y="1319022"/>
                      <a:pt x="1814608" y="1320356"/>
                      <a:pt x="1802225" y="1314545"/>
                    </a:cubicBezTo>
                    <a:cubicBezTo>
                      <a:pt x="1789271" y="1308449"/>
                      <a:pt x="1778509" y="1312545"/>
                      <a:pt x="1766983" y="1314260"/>
                    </a:cubicBezTo>
                    <a:cubicBezTo>
                      <a:pt x="1748600" y="1316927"/>
                      <a:pt x="1730311" y="1321880"/>
                      <a:pt x="1711738" y="1315593"/>
                    </a:cubicBezTo>
                    <a:cubicBezTo>
                      <a:pt x="1689164" y="1307973"/>
                      <a:pt x="1666780" y="1299782"/>
                      <a:pt x="1644111" y="1292543"/>
                    </a:cubicBezTo>
                    <a:cubicBezTo>
                      <a:pt x="1635347" y="1289780"/>
                      <a:pt x="1625919" y="1288637"/>
                      <a:pt x="1616774" y="1287399"/>
                    </a:cubicBezTo>
                    <a:cubicBezTo>
                      <a:pt x="1608107" y="1286351"/>
                      <a:pt x="1597725" y="1289018"/>
                      <a:pt x="1591056" y="1285018"/>
                    </a:cubicBezTo>
                    <a:cubicBezTo>
                      <a:pt x="1573911" y="1274731"/>
                      <a:pt x="1556291" y="1269683"/>
                      <a:pt x="1536478" y="1269683"/>
                    </a:cubicBezTo>
                    <a:cubicBezTo>
                      <a:pt x="1529048" y="1269683"/>
                      <a:pt x="1521809" y="1265396"/>
                      <a:pt x="1514285" y="1264634"/>
                    </a:cubicBezTo>
                    <a:cubicBezTo>
                      <a:pt x="1503997" y="1263682"/>
                      <a:pt x="1492186" y="1261110"/>
                      <a:pt x="1483233" y="1264730"/>
                    </a:cubicBezTo>
                    <a:cubicBezTo>
                      <a:pt x="1462183" y="1273302"/>
                      <a:pt x="1445134" y="1266158"/>
                      <a:pt x="1426750" y="1257681"/>
                    </a:cubicBezTo>
                    <a:cubicBezTo>
                      <a:pt x="1408652" y="1249299"/>
                      <a:pt x="1389602" y="1242632"/>
                      <a:pt x="1370362" y="1237107"/>
                    </a:cubicBezTo>
                    <a:cubicBezTo>
                      <a:pt x="1363123" y="1235107"/>
                      <a:pt x="1354456" y="1238441"/>
                      <a:pt x="1346454" y="1239107"/>
                    </a:cubicBezTo>
                    <a:cubicBezTo>
                      <a:pt x="1343596" y="1239298"/>
                      <a:pt x="1340453" y="1239584"/>
                      <a:pt x="1337882" y="1238631"/>
                    </a:cubicBezTo>
                    <a:cubicBezTo>
                      <a:pt x="1313022" y="1229487"/>
                      <a:pt x="1287780" y="1222534"/>
                      <a:pt x="1260825" y="1227296"/>
                    </a:cubicBezTo>
                    <a:cubicBezTo>
                      <a:pt x="1258349" y="1227773"/>
                      <a:pt x="1255586" y="1226725"/>
                      <a:pt x="1253109" y="1226058"/>
                    </a:cubicBezTo>
                    <a:cubicBezTo>
                      <a:pt x="1241012" y="1222629"/>
                      <a:pt x="1229201" y="1217200"/>
                      <a:pt x="1216915" y="1215962"/>
                    </a:cubicBezTo>
                    <a:cubicBezTo>
                      <a:pt x="1186625" y="1212914"/>
                      <a:pt x="1156146" y="1211675"/>
                      <a:pt x="1125664" y="1209675"/>
                    </a:cubicBezTo>
                    <a:cubicBezTo>
                      <a:pt x="1123759" y="1209580"/>
                      <a:pt x="1121759" y="1209580"/>
                      <a:pt x="1120045" y="1208913"/>
                    </a:cubicBezTo>
                    <a:cubicBezTo>
                      <a:pt x="1108805" y="1204817"/>
                      <a:pt x="1098995" y="1206151"/>
                      <a:pt x="1089469" y="1213961"/>
                    </a:cubicBezTo>
                    <a:cubicBezTo>
                      <a:pt x="1085278" y="1217390"/>
                      <a:pt x="1079563" y="1219200"/>
                      <a:pt x="1074325" y="1221105"/>
                    </a:cubicBezTo>
                    <a:cubicBezTo>
                      <a:pt x="1066609" y="1223963"/>
                      <a:pt x="1058704" y="1226725"/>
                      <a:pt x="1050703" y="1228535"/>
                    </a:cubicBezTo>
                    <a:cubicBezTo>
                      <a:pt x="1042797" y="1230249"/>
                      <a:pt x="1034320" y="1232630"/>
                      <a:pt x="1026700" y="1231297"/>
                    </a:cubicBezTo>
                    <a:cubicBezTo>
                      <a:pt x="1012984" y="1228916"/>
                      <a:pt x="999934" y="1223582"/>
                      <a:pt x="986409" y="1220057"/>
                    </a:cubicBezTo>
                    <a:cubicBezTo>
                      <a:pt x="981742" y="1218819"/>
                      <a:pt x="976598" y="1219010"/>
                      <a:pt x="971741" y="1218914"/>
                    </a:cubicBezTo>
                    <a:cubicBezTo>
                      <a:pt x="960596" y="1218629"/>
                      <a:pt x="949166" y="1221391"/>
                      <a:pt x="939070" y="1213485"/>
                    </a:cubicBezTo>
                    <a:cubicBezTo>
                      <a:pt x="929736" y="1206056"/>
                      <a:pt x="920305" y="1208246"/>
                      <a:pt x="910495" y="1213866"/>
                    </a:cubicBezTo>
                    <a:cubicBezTo>
                      <a:pt x="903446" y="1217867"/>
                      <a:pt x="895446" y="1221010"/>
                      <a:pt x="887540" y="1222534"/>
                    </a:cubicBezTo>
                    <a:cubicBezTo>
                      <a:pt x="876681" y="1224629"/>
                      <a:pt x="865918" y="1225487"/>
                      <a:pt x="854202" y="1224248"/>
                    </a:cubicBezTo>
                    <a:cubicBezTo>
                      <a:pt x="845915" y="1223391"/>
                      <a:pt x="839152" y="1223010"/>
                      <a:pt x="832675" y="1217962"/>
                    </a:cubicBezTo>
                    <a:cubicBezTo>
                      <a:pt x="831628" y="1217200"/>
                      <a:pt x="829723" y="1217009"/>
                      <a:pt x="828294" y="1217105"/>
                    </a:cubicBezTo>
                    <a:cubicBezTo>
                      <a:pt x="809530" y="1218724"/>
                      <a:pt x="790956" y="1217867"/>
                      <a:pt x="772001" y="1216723"/>
                    </a:cubicBezTo>
                    <a:cubicBezTo>
                      <a:pt x="747904" y="1215200"/>
                      <a:pt x="722566" y="1219676"/>
                      <a:pt x="701707" y="1235678"/>
                    </a:cubicBezTo>
                    <a:cubicBezTo>
                      <a:pt x="698659" y="1238060"/>
                      <a:pt x="694087" y="1239107"/>
                      <a:pt x="690086" y="1239679"/>
                    </a:cubicBezTo>
                    <a:cubicBezTo>
                      <a:pt x="671227" y="1242155"/>
                      <a:pt x="652272" y="1243870"/>
                      <a:pt x="633412" y="1246632"/>
                    </a:cubicBezTo>
                    <a:cubicBezTo>
                      <a:pt x="623125" y="1248156"/>
                      <a:pt x="612362" y="1249490"/>
                      <a:pt x="603028" y="1253681"/>
                    </a:cubicBezTo>
                    <a:cubicBezTo>
                      <a:pt x="593885" y="1257776"/>
                      <a:pt x="586549" y="1262634"/>
                      <a:pt x="581120" y="1254062"/>
                    </a:cubicBezTo>
                    <a:cubicBezTo>
                      <a:pt x="571406" y="1258634"/>
                      <a:pt x="562927" y="1262444"/>
                      <a:pt x="554642" y="1266539"/>
                    </a:cubicBezTo>
                    <a:cubicBezTo>
                      <a:pt x="551593" y="1268063"/>
                      <a:pt x="549021" y="1270540"/>
                      <a:pt x="545973" y="1271969"/>
                    </a:cubicBezTo>
                    <a:cubicBezTo>
                      <a:pt x="542734" y="1273493"/>
                      <a:pt x="539115" y="1274445"/>
                      <a:pt x="535591" y="1275207"/>
                    </a:cubicBezTo>
                    <a:cubicBezTo>
                      <a:pt x="519874" y="1278636"/>
                      <a:pt x="504158" y="1281779"/>
                      <a:pt x="488538" y="1285494"/>
                    </a:cubicBezTo>
                    <a:cubicBezTo>
                      <a:pt x="485489" y="1286256"/>
                      <a:pt x="482917" y="1289304"/>
                      <a:pt x="480155" y="1291304"/>
                    </a:cubicBezTo>
                    <a:cubicBezTo>
                      <a:pt x="478345" y="1292638"/>
                      <a:pt x="476536" y="1294638"/>
                      <a:pt x="474535" y="1294924"/>
                    </a:cubicBezTo>
                    <a:cubicBezTo>
                      <a:pt x="459295" y="1297210"/>
                      <a:pt x="444151" y="1299877"/>
                      <a:pt x="428816" y="1301020"/>
                    </a:cubicBezTo>
                    <a:cubicBezTo>
                      <a:pt x="415957" y="1301972"/>
                      <a:pt x="403574" y="1301687"/>
                      <a:pt x="400241" y="1318260"/>
                    </a:cubicBezTo>
                    <a:cubicBezTo>
                      <a:pt x="399669" y="1321118"/>
                      <a:pt x="395573" y="1324166"/>
                      <a:pt x="392431" y="1325594"/>
                    </a:cubicBezTo>
                    <a:cubicBezTo>
                      <a:pt x="383477" y="1329690"/>
                      <a:pt x="373951" y="1332452"/>
                      <a:pt x="365093" y="1336643"/>
                    </a:cubicBezTo>
                    <a:cubicBezTo>
                      <a:pt x="336042" y="1350645"/>
                      <a:pt x="305658" y="1359503"/>
                      <a:pt x="273177" y="1357884"/>
                    </a:cubicBezTo>
                    <a:cubicBezTo>
                      <a:pt x="263081" y="1357408"/>
                      <a:pt x="253270" y="1352264"/>
                      <a:pt x="246888" y="1350359"/>
                    </a:cubicBezTo>
                    <a:cubicBezTo>
                      <a:pt x="228506" y="1357884"/>
                      <a:pt x="213075" y="1365123"/>
                      <a:pt x="196977" y="1370552"/>
                    </a:cubicBezTo>
                    <a:cubicBezTo>
                      <a:pt x="182785" y="1375410"/>
                      <a:pt x="167926" y="1378458"/>
                      <a:pt x="153352" y="1381982"/>
                    </a:cubicBezTo>
                    <a:cubicBezTo>
                      <a:pt x="148018" y="1383316"/>
                      <a:pt x="142589" y="1384078"/>
                      <a:pt x="137160" y="1384745"/>
                    </a:cubicBezTo>
                    <a:cubicBezTo>
                      <a:pt x="120206" y="1386840"/>
                      <a:pt x="102489" y="1381792"/>
                      <a:pt x="85917" y="1389793"/>
                    </a:cubicBezTo>
                    <a:cubicBezTo>
                      <a:pt x="77248" y="1393984"/>
                      <a:pt x="68675" y="1399032"/>
                      <a:pt x="59532" y="1401223"/>
                    </a:cubicBezTo>
                    <a:cubicBezTo>
                      <a:pt x="49721" y="1403604"/>
                      <a:pt x="40124" y="1407319"/>
                      <a:pt x="30325" y="1409974"/>
                    </a:cubicBezTo>
                    <a:lnTo>
                      <a:pt x="0" y="1412360"/>
                    </a:lnTo>
                    <a:lnTo>
                      <a:pt x="0" y="1058622"/>
                    </a:lnTo>
                    <a:lnTo>
                      <a:pt x="17145" y="1060228"/>
                    </a:lnTo>
                    <a:cubicBezTo>
                      <a:pt x="26480" y="1061561"/>
                      <a:pt x="35528" y="1066133"/>
                      <a:pt x="44672" y="1066324"/>
                    </a:cubicBezTo>
                    <a:cubicBezTo>
                      <a:pt x="59055" y="1066610"/>
                      <a:pt x="71819" y="1068419"/>
                      <a:pt x="84677" y="1076230"/>
                    </a:cubicBezTo>
                    <a:cubicBezTo>
                      <a:pt x="104108" y="1087946"/>
                      <a:pt x="120110" y="1082993"/>
                      <a:pt x="132017" y="1064990"/>
                    </a:cubicBezTo>
                    <a:cubicBezTo>
                      <a:pt x="133255" y="1063181"/>
                      <a:pt x="134874" y="1060799"/>
                      <a:pt x="136779" y="1060323"/>
                    </a:cubicBezTo>
                    <a:cubicBezTo>
                      <a:pt x="153639" y="1056132"/>
                      <a:pt x="170974" y="1048131"/>
                      <a:pt x="187547" y="1049179"/>
                    </a:cubicBezTo>
                    <a:cubicBezTo>
                      <a:pt x="216789" y="1051084"/>
                      <a:pt x="244316" y="1048798"/>
                      <a:pt x="270891" y="1036415"/>
                    </a:cubicBezTo>
                    <a:cubicBezTo>
                      <a:pt x="272510" y="1035653"/>
                      <a:pt x="274987" y="1034891"/>
                      <a:pt x="276320" y="1035558"/>
                    </a:cubicBezTo>
                    <a:cubicBezTo>
                      <a:pt x="292322" y="1043845"/>
                      <a:pt x="309848" y="1050417"/>
                      <a:pt x="323755" y="1061561"/>
                    </a:cubicBezTo>
                    <a:cubicBezTo>
                      <a:pt x="336995" y="1072134"/>
                      <a:pt x="352997" y="1072229"/>
                      <a:pt x="361855" y="1057942"/>
                    </a:cubicBezTo>
                    <a:cubicBezTo>
                      <a:pt x="366236" y="1050893"/>
                      <a:pt x="372332" y="1042702"/>
                      <a:pt x="379571" y="1039939"/>
                    </a:cubicBezTo>
                    <a:cubicBezTo>
                      <a:pt x="395954" y="1033653"/>
                      <a:pt x="413481" y="1030414"/>
                      <a:pt x="430530" y="1025747"/>
                    </a:cubicBezTo>
                    <a:cubicBezTo>
                      <a:pt x="451581" y="1020032"/>
                      <a:pt x="472345" y="1020032"/>
                      <a:pt x="493300" y="1027176"/>
                    </a:cubicBezTo>
                    <a:cubicBezTo>
                      <a:pt x="508064" y="1032224"/>
                      <a:pt x="523113" y="1032224"/>
                      <a:pt x="537782" y="1025366"/>
                    </a:cubicBezTo>
                    <a:cubicBezTo>
                      <a:pt x="545687" y="1021652"/>
                      <a:pt x="553784" y="1017842"/>
                      <a:pt x="562166" y="1015746"/>
                    </a:cubicBezTo>
                    <a:cubicBezTo>
                      <a:pt x="567595" y="1014412"/>
                      <a:pt x="573881" y="1015651"/>
                      <a:pt x="579596" y="1016699"/>
                    </a:cubicBezTo>
                    <a:cubicBezTo>
                      <a:pt x="590645" y="1018794"/>
                      <a:pt x="602075" y="1025176"/>
                      <a:pt x="612362" y="1023557"/>
                    </a:cubicBezTo>
                    <a:cubicBezTo>
                      <a:pt x="647891" y="1017842"/>
                      <a:pt x="681419" y="1031272"/>
                      <a:pt x="716090" y="1031653"/>
                    </a:cubicBezTo>
                    <a:cubicBezTo>
                      <a:pt x="731806" y="1031843"/>
                      <a:pt x="747332" y="1034891"/>
                      <a:pt x="758381" y="1018985"/>
                    </a:cubicBezTo>
                    <a:cubicBezTo>
                      <a:pt x="759809" y="1016889"/>
                      <a:pt x="766763" y="1018032"/>
                      <a:pt x="771049" y="1018699"/>
                    </a:cubicBezTo>
                    <a:cubicBezTo>
                      <a:pt x="780574" y="1020128"/>
                      <a:pt x="790004" y="1023747"/>
                      <a:pt x="799433" y="1023652"/>
                    </a:cubicBezTo>
                    <a:cubicBezTo>
                      <a:pt x="818960" y="1023557"/>
                      <a:pt x="838581" y="1022033"/>
                      <a:pt x="858012" y="1020318"/>
                    </a:cubicBezTo>
                    <a:cubicBezTo>
                      <a:pt x="865346" y="1019651"/>
                      <a:pt x="872395" y="1017080"/>
                      <a:pt x="879634" y="1015270"/>
                    </a:cubicBezTo>
                    <a:cubicBezTo>
                      <a:pt x="883634" y="1014222"/>
                      <a:pt x="887921" y="1011460"/>
                      <a:pt x="891635" y="1012031"/>
                    </a:cubicBezTo>
                    <a:cubicBezTo>
                      <a:pt x="913162" y="1015365"/>
                      <a:pt x="932879" y="1007174"/>
                      <a:pt x="953262" y="1003078"/>
                    </a:cubicBezTo>
                    <a:cubicBezTo>
                      <a:pt x="962692" y="1001173"/>
                      <a:pt x="971550" y="996601"/>
                      <a:pt x="980694" y="993458"/>
                    </a:cubicBezTo>
                    <a:cubicBezTo>
                      <a:pt x="983075" y="992600"/>
                      <a:pt x="985742" y="991838"/>
                      <a:pt x="988124" y="992029"/>
                    </a:cubicBezTo>
                    <a:cubicBezTo>
                      <a:pt x="1001744" y="993172"/>
                      <a:pt x="1015270" y="994791"/>
                      <a:pt x="1028795" y="996029"/>
                    </a:cubicBezTo>
                    <a:cubicBezTo>
                      <a:pt x="1041083" y="997172"/>
                      <a:pt x="1053465" y="997553"/>
                      <a:pt x="1059275" y="1011555"/>
                    </a:cubicBezTo>
                    <a:cubicBezTo>
                      <a:pt x="1060133" y="1013746"/>
                      <a:pt x="1062990" y="1015365"/>
                      <a:pt x="1065181" y="1016794"/>
                    </a:cubicBezTo>
                    <a:cubicBezTo>
                      <a:pt x="1098995" y="1038797"/>
                      <a:pt x="1117092" y="1038225"/>
                      <a:pt x="1150144" y="1014984"/>
                    </a:cubicBezTo>
                    <a:cubicBezTo>
                      <a:pt x="1153573" y="1012603"/>
                      <a:pt x="1160907" y="1010888"/>
                      <a:pt x="1163193" y="1012793"/>
                    </a:cubicBezTo>
                    <a:cubicBezTo>
                      <a:pt x="1182624" y="1028605"/>
                      <a:pt x="1203865" y="1026890"/>
                      <a:pt x="1226249" y="1021937"/>
                    </a:cubicBezTo>
                    <a:cubicBezTo>
                      <a:pt x="1232059" y="1020604"/>
                      <a:pt x="1240251" y="1020604"/>
                      <a:pt x="1244632" y="1023747"/>
                    </a:cubicBezTo>
                    <a:cubicBezTo>
                      <a:pt x="1265492" y="1038320"/>
                      <a:pt x="1287876" y="1036225"/>
                      <a:pt x="1310545" y="1031939"/>
                    </a:cubicBezTo>
                    <a:cubicBezTo>
                      <a:pt x="1314069" y="1031272"/>
                      <a:pt x="1318356" y="1027652"/>
                      <a:pt x="1319879" y="1024319"/>
                    </a:cubicBezTo>
                    <a:cubicBezTo>
                      <a:pt x="1325309" y="1012508"/>
                      <a:pt x="1335501" y="1008507"/>
                      <a:pt x="1346740" y="1005173"/>
                    </a:cubicBezTo>
                    <a:cubicBezTo>
                      <a:pt x="1364457" y="999744"/>
                      <a:pt x="1381887" y="993362"/>
                      <a:pt x="1399699" y="988219"/>
                    </a:cubicBezTo>
                    <a:cubicBezTo>
                      <a:pt x="1404081" y="986981"/>
                      <a:pt x="1409510" y="987743"/>
                      <a:pt x="1414082" y="989171"/>
                    </a:cubicBezTo>
                    <a:cubicBezTo>
                      <a:pt x="1429703" y="994029"/>
                      <a:pt x="1439609" y="1006221"/>
                      <a:pt x="1450467" y="1017461"/>
                    </a:cubicBezTo>
                    <a:cubicBezTo>
                      <a:pt x="1455230" y="1022414"/>
                      <a:pt x="1461802" y="1025938"/>
                      <a:pt x="1468184" y="1028795"/>
                    </a:cubicBezTo>
                    <a:cubicBezTo>
                      <a:pt x="1484757" y="1036130"/>
                      <a:pt x="1501712" y="1042702"/>
                      <a:pt x="1518476" y="1049655"/>
                    </a:cubicBezTo>
                    <a:cubicBezTo>
                      <a:pt x="1520095" y="1050322"/>
                      <a:pt x="1521428" y="1052036"/>
                      <a:pt x="1522667" y="1053465"/>
                    </a:cubicBezTo>
                    <a:cubicBezTo>
                      <a:pt x="1535049" y="1068515"/>
                      <a:pt x="1547336" y="1083659"/>
                      <a:pt x="1559814" y="1098709"/>
                    </a:cubicBezTo>
                    <a:cubicBezTo>
                      <a:pt x="1562195" y="1101566"/>
                      <a:pt x="1565625" y="1103662"/>
                      <a:pt x="1568196" y="1106424"/>
                    </a:cubicBezTo>
                    <a:cubicBezTo>
                      <a:pt x="1571816" y="1110234"/>
                      <a:pt x="1576388" y="1113854"/>
                      <a:pt x="1578293" y="1118426"/>
                    </a:cubicBezTo>
                    <a:cubicBezTo>
                      <a:pt x="1584198" y="1132808"/>
                      <a:pt x="1595533" y="1139000"/>
                      <a:pt x="1609820" y="1141667"/>
                    </a:cubicBezTo>
                    <a:cubicBezTo>
                      <a:pt x="1622870" y="1144143"/>
                      <a:pt x="1635919" y="1146239"/>
                      <a:pt x="1648873" y="1149096"/>
                    </a:cubicBezTo>
                    <a:cubicBezTo>
                      <a:pt x="1664684" y="1152525"/>
                      <a:pt x="1680401" y="1156240"/>
                      <a:pt x="1696022" y="1160431"/>
                    </a:cubicBezTo>
                    <a:cubicBezTo>
                      <a:pt x="1702784" y="1162241"/>
                      <a:pt x="1709928" y="1164336"/>
                      <a:pt x="1715739" y="1168051"/>
                    </a:cubicBezTo>
                    <a:cubicBezTo>
                      <a:pt x="1732026" y="1178338"/>
                      <a:pt x="1749457" y="1185291"/>
                      <a:pt x="1768602" y="1182529"/>
                    </a:cubicBezTo>
                    <a:cubicBezTo>
                      <a:pt x="1783937" y="1180338"/>
                      <a:pt x="1796796" y="1185958"/>
                      <a:pt x="1806321" y="1194721"/>
                    </a:cubicBezTo>
                    <a:cubicBezTo>
                      <a:pt x="1823657" y="1210628"/>
                      <a:pt x="1842230" y="1207008"/>
                      <a:pt x="1860709" y="1201865"/>
                    </a:cubicBezTo>
                    <a:cubicBezTo>
                      <a:pt x="1870234" y="1199198"/>
                      <a:pt x="1878044" y="1199579"/>
                      <a:pt x="1887093" y="1202150"/>
                    </a:cubicBezTo>
                    <a:cubicBezTo>
                      <a:pt x="1908048" y="1208151"/>
                      <a:pt x="1922050" y="1224439"/>
                      <a:pt x="1935575" y="1238726"/>
                    </a:cubicBezTo>
                    <a:cubicBezTo>
                      <a:pt x="1947101" y="1250918"/>
                      <a:pt x="1960055" y="1257776"/>
                      <a:pt x="1974247" y="1262920"/>
                    </a:cubicBezTo>
                    <a:cubicBezTo>
                      <a:pt x="1992154" y="1269492"/>
                      <a:pt x="2006346" y="1267016"/>
                      <a:pt x="2014919" y="1251204"/>
                    </a:cubicBezTo>
                    <a:cubicBezTo>
                      <a:pt x="2017300" y="1246727"/>
                      <a:pt x="2021491" y="1241488"/>
                      <a:pt x="2025968" y="1240155"/>
                    </a:cubicBezTo>
                    <a:cubicBezTo>
                      <a:pt x="2047589" y="1233488"/>
                      <a:pt x="2069497" y="1223772"/>
                      <a:pt x="2092643" y="1229678"/>
                    </a:cubicBezTo>
                    <a:cubicBezTo>
                      <a:pt x="2124647" y="1237774"/>
                      <a:pt x="2155889" y="1237298"/>
                      <a:pt x="2187893" y="1229297"/>
                    </a:cubicBezTo>
                    <a:cubicBezTo>
                      <a:pt x="2239804" y="1216343"/>
                      <a:pt x="2291715" y="1202627"/>
                      <a:pt x="2346294" y="1205484"/>
                    </a:cubicBezTo>
                    <a:cubicBezTo>
                      <a:pt x="2355342" y="1205960"/>
                      <a:pt x="2366105" y="1200150"/>
                      <a:pt x="2373916" y="1194435"/>
                    </a:cubicBezTo>
                    <a:cubicBezTo>
                      <a:pt x="2388870" y="1183577"/>
                      <a:pt x="2388203" y="1182719"/>
                      <a:pt x="2404967" y="1191673"/>
                    </a:cubicBezTo>
                    <a:cubicBezTo>
                      <a:pt x="2408968" y="1193864"/>
                      <a:pt x="2413921" y="1195197"/>
                      <a:pt x="2416874" y="1198436"/>
                    </a:cubicBezTo>
                    <a:cubicBezTo>
                      <a:pt x="2431923" y="1214914"/>
                      <a:pt x="2450497" y="1210913"/>
                      <a:pt x="2468975" y="1208532"/>
                    </a:cubicBezTo>
                    <a:cubicBezTo>
                      <a:pt x="2472214" y="1208056"/>
                      <a:pt x="2476119" y="1207389"/>
                      <a:pt x="2478882" y="1208723"/>
                    </a:cubicBezTo>
                    <a:cubicBezTo>
                      <a:pt x="2491359" y="1214723"/>
                      <a:pt x="2501932" y="1212628"/>
                      <a:pt x="2512791" y="1204436"/>
                    </a:cubicBezTo>
                    <a:cubicBezTo>
                      <a:pt x="2522220" y="1197388"/>
                      <a:pt x="2533079" y="1193197"/>
                      <a:pt x="2544223" y="1201960"/>
                    </a:cubicBezTo>
                    <a:cubicBezTo>
                      <a:pt x="2568988" y="1221391"/>
                      <a:pt x="2595467" y="1222343"/>
                      <a:pt x="2623471" y="1210056"/>
                    </a:cubicBezTo>
                    <a:cubicBezTo>
                      <a:pt x="2643473" y="1201293"/>
                      <a:pt x="2663190" y="1199293"/>
                      <a:pt x="2684241" y="1208151"/>
                    </a:cubicBezTo>
                    <a:cubicBezTo>
                      <a:pt x="2692337" y="1211580"/>
                      <a:pt x="2702814" y="1209294"/>
                      <a:pt x="2712244" y="1210056"/>
                    </a:cubicBezTo>
                    <a:cubicBezTo>
                      <a:pt x="2717578" y="1210437"/>
                      <a:pt x="2723484" y="1210532"/>
                      <a:pt x="2728055" y="1212914"/>
                    </a:cubicBezTo>
                    <a:cubicBezTo>
                      <a:pt x="2740248" y="1219010"/>
                      <a:pt x="2751582" y="1226820"/>
                      <a:pt x="2763869" y="1232821"/>
                    </a:cubicBezTo>
                    <a:cubicBezTo>
                      <a:pt x="2769775" y="1235678"/>
                      <a:pt x="2776823" y="1237202"/>
                      <a:pt x="2783491" y="1237298"/>
                    </a:cubicBezTo>
                    <a:cubicBezTo>
                      <a:pt x="2803208" y="1237774"/>
                      <a:pt x="2822925" y="1237774"/>
                      <a:pt x="2842546" y="1236917"/>
                    </a:cubicBezTo>
                    <a:cubicBezTo>
                      <a:pt x="2874931" y="1235583"/>
                      <a:pt x="2907792" y="1235297"/>
                      <a:pt x="2931128" y="1206913"/>
                    </a:cubicBezTo>
                    <a:cubicBezTo>
                      <a:pt x="2933034" y="1204627"/>
                      <a:pt x="2937129" y="1203293"/>
                      <a:pt x="2940368" y="1202912"/>
                    </a:cubicBezTo>
                    <a:cubicBezTo>
                      <a:pt x="2955322" y="1201103"/>
                      <a:pt x="2970657" y="1200912"/>
                      <a:pt x="2985421" y="1197959"/>
                    </a:cubicBezTo>
                    <a:cubicBezTo>
                      <a:pt x="2997232" y="1195578"/>
                      <a:pt x="3007043" y="1196340"/>
                      <a:pt x="3015996" y="1204722"/>
                    </a:cubicBezTo>
                    <a:cubicBezTo>
                      <a:pt x="3027712" y="1215771"/>
                      <a:pt x="3042000" y="1222248"/>
                      <a:pt x="3057621" y="1218724"/>
                    </a:cubicBezTo>
                    <a:cubicBezTo>
                      <a:pt x="3073241" y="1215295"/>
                      <a:pt x="3083528" y="1222724"/>
                      <a:pt x="3095054" y="1230440"/>
                    </a:cubicBezTo>
                    <a:cubicBezTo>
                      <a:pt x="3103436" y="1236059"/>
                      <a:pt x="3112961" y="1243108"/>
                      <a:pt x="3122295" y="1243679"/>
                    </a:cubicBezTo>
                    <a:cubicBezTo>
                      <a:pt x="3143441" y="1244917"/>
                      <a:pt x="3161634" y="1264539"/>
                      <a:pt x="3184589" y="1253395"/>
                    </a:cubicBezTo>
                    <a:cubicBezTo>
                      <a:pt x="3186113" y="1252633"/>
                      <a:pt x="3188875" y="1254538"/>
                      <a:pt x="3191066" y="1255014"/>
                    </a:cubicBezTo>
                    <a:cubicBezTo>
                      <a:pt x="3208592" y="1258634"/>
                      <a:pt x="3225070" y="1255109"/>
                      <a:pt x="3237929" y="1243203"/>
                    </a:cubicBezTo>
                    <a:cubicBezTo>
                      <a:pt x="3254788" y="1227677"/>
                      <a:pt x="3273457" y="1226153"/>
                      <a:pt x="3294221" y="1231202"/>
                    </a:cubicBezTo>
                    <a:cubicBezTo>
                      <a:pt x="3300889" y="1232821"/>
                      <a:pt x="3307557" y="1233964"/>
                      <a:pt x="3314319" y="1235297"/>
                    </a:cubicBezTo>
                    <a:cubicBezTo>
                      <a:pt x="3323463" y="1237202"/>
                      <a:pt x="3332703" y="1239203"/>
                      <a:pt x="3341846" y="1241108"/>
                    </a:cubicBezTo>
                    <a:cubicBezTo>
                      <a:pt x="3350705" y="1243013"/>
                      <a:pt x="3360516" y="1246251"/>
                      <a:pt x="3367373" y="1238060"/>
                    </a:cubicBezTo>
                    <a:cubicBezTo>
                      <a:pt x="3373279" y="1231011"/>
                      <a:pt x="3377470" y="1231678"/>
                      <a:pt x="3382899" y="1237774"/>
                    </a:cubicBezTo>
                    <a:cubicBezTo>
                      <a:pt x="3401759" y="1259110"/>
                      <a:pt x="3424619" y="1272445"/>
                      <a:pt x="3453765" y="1273397"/>
                    </a:cubicBezTo>
                    <a:cubicBezTo>
                      <a:pt x="3459766" y="1273588"/>
                      <a:pt x="3465862" y="1274921"/>
                      <a:pt x="3471767" y="1276350"/>
                    </a:cubicBezTo>
                    <a:cubicBezTo>
                      <a:pt x="3475387" y="1277207"/>
                      <a:pt x="3479769" y="1278160"/>
                      <a:pt x="3481959" y="1280732"/>
                    </a:cubicBezTo>
                    <a:cubicBezTo>
                      <a:pt x="3499009" y="1300353"/>
                      <a:pt x="3520250" y="1313974"/>
                      <a:pt x="3543396" y="1324928"/>
                    </a:cubicBezTo>
                    <a:cubicBezTo>
                      <a:pt x="3551682" y="1328833"/>
                      <a:pt x="3560541" y="1332738"/>
                      <a:pt x="3569494" y="1333881"/>
                    </a:cubicBezTo>
                    <a:cubicBezTo>
                      <a:pt x="3578828" y="1335024"/>
                      <a:pt x="3588639" y="1333119"/>
                      <a:pt x="3598164" y="1332071"/>
                    </a:cubicBezTo>
                    <a:cubicBezTo>
                      <a:pt x="3603784" y="1331500"/>
                      <a:pt x="3610261" y="1331595"/>
                      <a:pt x="3614738" y="1328833"/>
                    </a:cubicBezTo>
                    <a:cubicBezTo>
                      <a:pt x="3628930" y="1320165"/>
                      <a:pt x="3642646" y="1310831"/>
                      <a:pt x="3655886" y="1300734"/>
                    </a:cubicBezTo>
                    <a:cubicBezTo>
                      <a:pt x="3667221" y="1292066"/>
                      <a:pt x="3669507" y="1290828"/>
                      <a:pt x="3679317" y="1301687"/>
                    </a:cubicBezTo>
                    <a:cubicBezTo>
                      <a:pt x="3689414" y="1312831"/>
                      <a:pt x="3701987" y="1318641"/>
                      <a:pt x="3715893" y="1321022"/>
                    </a:cubicBezTo>
                    <a:cubicBezTo>
                      <a:pt x="3737896" y="1324737"/>
                      <a:pt x="3760089" y="1327880"/>
                      <a:pt x="3782282" y="1329690"/>
                    </a:cubicBezTo>
                    <a:cubicBezTo>
                      <a:pt x="3802380" y="1331309"/>
                      <a:pt x="3812000" y="1322546"/>
                      <a:pt x="3816001" y="1302639"/>
                    </a:cubicBezTo>
                    <a:cubicBezTo>
                      <a:pt x="3818287" y="1291590"/>
                      <a:pt x="3821240" y="1279588"/>
                      <a:pt x="3833431" y="1276636"/>
                    </a:cubicBezTo>
                    <a:cubicBezTo>
                      <a:pt x="3853339" y="1271873"/>
                      <a:pt x="3874008" y="1269778"/>
                      <a:pt x="3883819" y="1246442"/>
                    </a:cubicBezTo>
                    <a:cubicBezTo>
                      <a:pt x="3889248" y="1251585"/>
                      <a:pt x="3892582" y="1254633"/>
                      <a:pt x="3895821" y="1257681"/>
                    </a:cubicBezTo>
                    <a:cubicBezTo>
                      <a:pt x="3904774" y="1266158"/>
                      <a:pt x="3923347" y="1269778"/>
                      <a:pt x="3932778" y="1262444"/>
                    </a:cubicBezTo>
                    <a:cubicBezTo>
                      <a:pt x="3946684" y="1251776"/>
                      <a:pt x="3959448" y="1253776"/>
                      <a:pt x="3972782" y="1262063"/>
                    </a:cubicBezTo>
                    <a:cubicBezTo>
                      <a:pt x="3995071" y="1275779"/>
                      <a:pt x="4019931" y="1272635"/>
                      <a:pt x="4042505" y="1267111"/>
                    </a:cubicBezTo>
                    <a:cubicBezTo>
                      <a:pt x="4059555" y="1263015"/>
                      <a:pt x="4077748" y="1255490"/>
                      <a:pt x="4088892" y="1238250"/>
                    </a:cubicBezTo>
                    <a:cubicBezTo>
                      <a:pt x="4092416" y="1232726"/>
                      <a:pt x="4100322" y="1229963"/>
                      <a:pt x="4106609" y="1226344"/>
                    </a:cubicBezTo>
                    <a:cubicBezTo>
                      <a:pt x="4111848" y="1223391"/>
                      <a:pt x="4117372" y="1220629"/>
                      <a:pt x="4123182" y="1218724"/>
                    </a:cubicBezTo>
                    <a:cubicBezTo>
                      <a:pt x="4129373" y="1216628"/>
                      <a:pt x="4136232" y="1213580"/>
                      <a:pt x="4142328" y="1214438"/>
                    </a:cubicBezTo>
                    <a:cubicBezTo>
                      <a:pt x="4160806" y="1216914"/>
                      <a:pt x="4175475" y="1212056"/>
                      <a:pt x="4188524" y="1198245"/>
                    </a:cubicBezTo>
                    <a:cubicBezTo>
                      <a:pt x="4195287" y="1191101"/>
                      <a:pt x="4205288" y="1182434"/>
                      <a:pt x="4213860" y="1182338"/>
                    </a:cubicBezTo>
                    <a:cubicBezTo>
                      <a:pt x="4234720" y="1182053"/>
                      <a:pt x="4252055" y="1175195"/>
                      <a:pt x="4270820" y="1167003"/>
                    </a:cubicBezTo>
                    <a:cubicBezTo>
                      <a:pt x="4282916" y="1161764"/>
                      <a:pt x="4296632" y="1158145"/>
                      <a:pt x="4309587" y="1153287"/>
                    </a:cubicBezTo>
                    <a:cubicBezTo>
                      <a:pt x="4324731" y="1147572"/>
                      <a:pt x="4341210" y="1145477"/>
                      <a:pt x="4350449" y="1129665"/>
                    </a:cubicBezTo>
                    <a:cubicBezTo>
                      <a:pt x="4351496" y="1127951"/>
                      <a:pt x="4354640" y="1127665"/>
                      <a:pt x="4356164" y="1126046"/>
                    </a:cubicBezTo>
                    <a:cubicBezTo>
                      <a:pt x="4361021" y="1121093"/>
                      <a:pt x="4367308" y="1116521"/>
                      <a:pt x="4369880" y="1110520"/>
                    </a:cubicBezTo>
                    <a:cubicBezTo>
                      <a:pt x="4377309" y="1092994"/>
                      <a:pt x="4383119" y="1074896"/>
                      <a:pt x="4389787" y="1057085"/>
                    </a:cubicBezTo>
                    <a:cubicBezTo>
                      <a:pt x="4391216" y="1053275"/>
                      <a:pt x="4392549" y="1048417"/>
                      <a:pt x="4395502" y="1046226"/>
                    </a:cubicBezTo>
                    <a:cubicBezTo>
                      <a:pt x="4412552" y="1033653"/>
                      <a:pt x="4429888" y="1021556"/>
                      <a:pt x="4447413" y="1009650"/>
                    </a:cubicBezTo>
                    <a:cubicBezTo>
                      <a:pt x="4454462" y="1004887"/>
                      <a:pt x="4460367" y="1007555"/>
                      <a:pt x="4466654" y="1013079"/>
                    </a:cubicBezTo>
                    <a:cubicBezTo>
                      <a:pt x="4472750" y="1018318"/>
                      <a:pt x="4480275" y="1023747"/>
                      <a:pt x="4487894" y="1025081"/>
                    </a:cubicBezTo>
                    <a:cubicBezTo>
                      <a:pt x="4503135" y="1027652"/>
                      <a:pt x="4518946" y="1028224"/>
                      <a:pt x="4534472" y="1028224"/>
                    </a:cubicBezTo>
                    <a:cubicBezTo>
                      <a:pt x="4540282" y="1028224"/>
                      <a:pt x="4546473" y="1024795"/>
                      <a:pt x="4551903" y="1022033"/>
                    </a:cubicBezTo>
                    <a:cubicBezTo>
                      <a:pt x="4562189" y="1016794"/>
                      <a:pt x="4571714" y="1009745"/>
                      <a:pt x="4582382" y="1005364"/>
                    </a:cubicBezTo>
                    <a:cubicBezTo>
                      <a:pt x="4594765" y="1000316"/>
                      <a:pt x="4602194" y="992219"/>
                      <a:pt x="4605909" y="979551"/>
                    </a:cubicBezTo>
                    <a:cubicBezTo>
                      <a:pt x="4611434" y="960692"/>
                      <a:pt x="4624579" y="947547"/>
                      <a:pt x="4640104" y="936879"/>
                    </a:cubicBezTo>
                    <a:cubicBezTo>
                      <a:pt x="4659821" y="923258"/>
                      <a:pt x="4683348" y="923925"/>
                      <a:pt x="4705731" y="920591"/>
                    </a:cubicBezTo>
                    <a:cubicBezTo>
                      <a:pt x="4714304" y="919353"/>
                      <a:pt x="4723162" y="918305"/>
                      <a:pt x="4730973" y="915162"/>
                    </a:cubicBezTo>
                    <a:cubicBezTo>
                      <a:pt x="4760595" y="903351"/>
                      <a:pt x="4790218" y="892112"/>
                      <a:pt x="4822794" y="892397"/>
                    </a:cubicBezTo>
                    <a:cubicBezTo>
                      <a:pt x="4825460" y="892397"/>
                      <a:pt x="4828128" y="892112"/>
                      <a:pt x="4830794" y="891635"/>
                    </a:cubicBezTo>
                    <a:cubicBezTo>
                      <a:pt x="4853940" y="887730"/>
                      <a:pt x="4877848" y="886206"/>
                      <a:pt x="4894421" y="865442"/>
                    </a:cubicBezTo>
                    <a:cubicBezTo>
                      <a:pt x="4897469" y="861632"/>
                      <a:pt x="4904422" y="860489"/>
                      <a:pt x="4909756" y="858964"/>
                    </a:cubicBezTo>
                    <a:cubicBezTo>
                      <a:pt x="4918996" y="856488"/>
                      <a:pt x="4925188" y="851440"/>
                      <a:pt x="4928521" y="842391"/>
                    </a:cubicBezTo>
                    <a:cubicBezTo>
                      <a:pt x="4934141" y="826770"/>
                      <a:pt x="4940808" y="811435"/>
                      <a:pt x="4945857" y="795623"/>
                    </a:cubicBezTo>
                    <a:cubicBezTo>
                      <a:pt x="4949381" y="784765"/>
                      <a:pt x="4955953" y="778764"/>
                      <a:pt x="4966145" y="774287"/>
                    </a:cubicBezTo>
                    <a:cubicBezTo>
                      <a:pt x="4971860" y="771811"/>
                      <a:pt x="4976813" y="766382"/>
                      <a:pt x="4980909" y="761333"/>
                    </a:cubicBezTo>
                    <a:cubicBezTo>
                      <a:pt x="4985862" y="755237"/>
                      <a:pt x="4988433" y="747141"/>
                      <a:pt x="4993862" y="741712"/>
                    </a:cubicBezTo>
                    <a:cubicBezTo>
                      <a:pt x="5007102" y="728186"/>
                      <a:pt x="5011198" y="713232"/>
                      <a:pt x="5006816" y="694754"/>
                    </a:cubicBezTo>
                    <a:cubicBezTo>
                      <a:pt x="5002911" y="678371"/>
                      <a:pt x="5013198" y="656463"/>
                      <a:pt x="5026724" y="653129"/>
                    </a:cubicBezTo>
                    <a:cubicBezTo>
                      <a:pt x="5041678" y="649414"/>
                      <a:pt x="5051965" y="640271"/>
                      <a:pt x="5062538" y="630079"/>
                    </a:cubicBezTo>
                    <a:cubicBezTo>
                      <a:pt x="5068443" y="624364"/>
                      <a:pt x="5076730" y="619411"/>
                      <a:pt x="5084731" y="617982"/>
                    </a:cubicBezTo>
                    <a:cubicBezTo>
                      <a:pt x="5115116" y="612458"/>
                      <a:pt x="5143786" y="619220"/>
                      <a:pt x="5172647" y="630174"/>
                    </a:cubicBezTo>
                    <a:cubicBezTo>
                      <a:pt x="5191506" y="637318"/>
                      <a:pt x="5212461" y="639223"/>
                      <a:pt x="5232654" y="642080"/>
                    </a:cubicBezTo>
                    <a:cubicBezTo>
                      <a:pt x="5238941" y="642937"/>
                      <a:pt x="5246942" y="641033"/>
                      <a:pt x="5252371" y="637508"/>
                    </a:cubicBezTo>
                    <a:cubicBezTo>
                      <a:pt x="5271421" y="625316"/>
                      <a:pt x="5290376" y="612743"/>
                      <a:pt x="5308092" y="598646"/>
                    </a:cubicBezTo>
                    <a:cubicBezTo>
                      <a:pt x="5324571" y="585407"/>
                      <a:pt x="5343144" y="579882"/>
                      <a:pt x="5363147" y="581311"/>
                    </a:cubicBezTo>
                    <a:cubicBezTo>
                      <a:pt x="5377720" y="582359"/>
                      <a:pt x="5390864" y="579977"/>
                      <a:pt x="5404580" y="576358"/>
                    </a:cubicBezTo>
                    <a:cubicBezTo>
                      <a:pt x="5416010" y="573310"/>
                      <a:pt x="5428583" y="571214"/>
                      <a:pt x="5440203" y="572548"/>
                    </a:cubicBezTo>
                    <a:cubicBezTo>
                      <a:pt x="5456491" y="574453"/>
                      <a:pt x="5469922" y="571691"/>
                      <a:pt x="5482971" y="561880"/>
                    </a:cubicBezTo>
                    <a:cubicBezTo>
                      <a:pt x="5489924" y="556641"/>
                      <a:pt x="5498878" y="553879"/>
                      <a:pt x="5507165" y="550259"/>
                    </a:cubicBezTo>
                    <a:cubicBezTo>
                      <a:pt x="5519928" y="544640"/>
                      <a:pt x="5533168" y="539877"/>
                      <a:pt x="5545645" y="533591"/>
                    </a:cubicBezTo>
                    <a:cubicBezTo>
                      <a:pt x="5559076" y="526923"/>
                      <a:pt x="5571363" y="517684"/>
                      <a:pt x="5585079" y="511969"/>
                    </a:cubicBezTo>
                    <a:cubicBezTo>
                      <a:pt x="5599843" y="505778"/>
                      <a:pt x="5609368" y="496348"/>
                      <a:pt x="5615368" y="481679"/>
                    </a:cubicBezTo>
                    <a:cubicBezTo>
                      <a:pt x="5619179" y="472440"/>
                      <a:pt x="5624417" y="462629"/>
                      <a:pt x="5631656" y="456152"/>
                    </a:cubicBezTo>
                    <a:cubicBezTo>
                      <a:pt x="5646611" y="442913"/>
                      <a:pt x="5664136" y="432625"/>
                      <a:pt x="5679377" y="419576"/>
                    </a:cubicBezTo>
                    <a:cubicBezTo>
                      <a:pt x="5700808" y="401288"/>
                      <a:pt x="5720620" y="381857"/>
                      <a:pt x="5722525" y="350615"/>
                    </a:cubicBezTo>
                    <a:cubicBezTo>
                      <a:pt x="5723572" y="333375"/>
                      <a:pt x="5732716" y="326041"/>
                      <a:pt x="5749576" y="321945"/>
                    </a:cubicBezTo>
                    <a:cubicBezTo>
                      <a:pt x="5755195" y="320612"/>
                      <a:pt x="5763197" y="318040"/>
                      <a:pt x="5764911" y="313849"/>
                    </a:cubicBezTo>
                    <a:cubicBezTo>
                      <a:pt x="5770054" y="301371"/>
                      <a:pt x="5780722" y="298895"/>
                      <a:pt x="5791009" y="293942"/>
                    </a:cubicBezTo>
                    <a:cubicBezTo>
                      <a:pt x="5797201" y="290989"/>
                      <a:pt x="5804821" y="285179"/>
                      <a:pt x="5806440" y="279178"/>
                    </a:cubicBezTo>
                    <a:cubicBezTo>
                      <a:pt x="5813107" y="254889"/>
                      <a:pt x="5831395" y="240602"/>
                      <a:pt x="5848636" y="224885"/>
                    </a:cubicBezTo>
                    <a:cubicBezTo>
                      <a:pt x="5853684" y="220218"/>
                      <a:pt x="5859113" y="214884"/>
                      <a:pt x="5861590" y="208788"/>
                    </a:cubicBezTo>
                    <a:cubicBezTo>
                      <a:pt x="5866829" y="195643"/>
                      <a:pt x="5874639" y="186118"/>
                      <a:pt x="5888355" y="181166"/>
                    </a:cubicBezTo>
                    <a:cubicBezTo>
                      <a:pt x="5892736" y="179642"/>
                      <a:pt x="5896737" y="176117"/>
                      <a:pt x="5900071" y="172784"/>
                    </a:cubicBezTo>
                    <a:cubicBezTo>
                      <a:pt x="5907215" y="165545"/>
                      <a:pt x="5913215" y="157067"/>
                      <a:pt x="5920740" y="150305"/>
                    </a:cubicBezTo>
                    <a:cubicBezTo>
                      <a:pt x="5939885" y="132874"/>
                      <a:pt x="5958840" y="115729"/>
                      <a:pt x="5969985" y="91345"/>
                    </a:cubicBezTo>
                    <a:cubicBezTo>
                      <a:pt x="5975413" y="79439"/>
                      <a:pt x="5981605" y="66485"/>
                      <a:pt x="5991130" y="58293"/>
                    </a:cubicBezTo>
                    <a:cubicBezTo>
                      <a:pt x="6003227" y="47911"/>
                      <a:pt x="6019133" y="42005"/>
                      <a:pt x="6033325" y="33909"/>
                    </a:cubicBezTo>
                    <a:cubicBezTo>
                      <a:pt x="6040469" y="29813"/>
                      <a:pt x="6047137" y="24860"/>
                      <a:pt x="6054376" y="20955"/>
                    </a:cubicBezTo>
                    <a:cubicBezTo>
                      <a:pt x="6067234" y="14097"/>
                      <a:pt x="6080379" y="7715"/>
                      <a:pt x="6095524" y="0"/>
                    </a:cubicBezTo>
                    <a:close/>
                  </a:path>
                </a:pathLst>
              </a:custGeom>
              <a:blipFill>
                <a:blip r:embed="rId2">
                  <a:alphaModFix amt="57000"/>
                </a:blip>
                <a:tile tx="0" ty="0" sx="100000" sy="100000" flip="none" algn="tl"/>
              </a:blip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2" name="Titre 1">
            <a:extLst>
              <a:ext uri="{FF2B5EF4-FFF2-40B4-BE49-F238E27FC236}">
                <a16:creationId xmlns:a16="http://schemas.microsoft.com/office/drawing/2014/main" id="{B9FF5F95-9359-8F54-A247-2C8F7BE44E2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199" y="1120676"/>
            <a:ext cx="7021513" cy="2308324"/>
          </a:xfrm>
        </p:spPr>
        <p:txBody>
          <a:bodyPr>
            <a:normAutofit/>
          </a:bodyPr>
          <a:lstStyle/>
          <a:p>
            <a:pPr algn="l"/>
            <a:r>
              <a:rPr lang="fr-FR" sz="7200">
                <a:solidFill>
                  <a:schemeClr val="bg1"/>
                </a:solidFill>
              </a:rPr>
              <a:t>ISHIKAWA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021CEA9E-7A2F-36EC-B4AB-1C1520C619F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5024" y="3809999"/>
            <a:ext cx="7025753" cy="1012778"/>
          </a:xfrm>
        </p:spPr>
        <p:txBody>
          <a:bodyPr>
            <a:normAutofit/>
          </a:bodyPr>
          <a:lstStyle/>
          <a:p>
            <a:pPr algn="l"/>
            <a:r>
              <a:rPr lang="fr-FR" dirty="0">
                <a:solidFill>
                  <a:schemeClr val="bg1"/>
                </a:solidFill>
              </a:rPr>
              <a:t>CGP M1 2024 – Nabil </a:t>
            </a:r>
            <a:r>
              <a:rPr lang="fr-FR" dirty="0" err="1">
                <a:solidFill>
                  <a:schemeClr val="bg1"/>
                </a:solidFill>
              </a:rPr>
              <a:t>Maazouzi</a:t>
            </a:r>
            <a:r>
              <a:rPr lang="fr-FR" dirty="0">
                <a:solidFill>
                  <a:schemeClr val="bg1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8308811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6"/>
          <p:cNvSpPr>
            <a:spLocks/>
          </p:cNvSpPr>
          <p:nvPr/>
        </p:nvSpPr>
        <p:spPr bwMode="auto">
          <a:xfrm>
            <a:off x="4262980" y="3455393"/>
            <a:ext cx="4011289" cy="499132"/>
          </a:xfrm>
          <a:custGeom>
            <a:avLst/>
            <a:gdLst>
              <a:gd name="T0" fmla="*/ 2998 w 3249"/>
              <a:gd name="T1" fmla="*/ 235 h 479"/>
              <a:gd name="T2" fmla="*/ 3101 w 3249"/>
              <a:gd name="T3" fmla="*/ 216 h 479"/>
              <a:gd name="T4" fmla="*/ 3192 w 3249"/>
              <a:gd name="T5" fmla="*/ 182 h 479"/>
              <a:gd name="T6" fmla="*/ 3238 w 3249"/>
              <a:gd name="T7" fmla="*/ 156 h 479"/>
              <a:gd name="T8" fmla="*/ 3249 w 3249"/>
              <a:gd name="T9" fmla="*/ 129 h 479"/>
              <a:gd name="T10" fmla="*/ 3241 w 3249"/>
              <a:gd name="T11" fmla="*/ 114 h 479"/>
              <a:gd name="T12" fmla="*/ 3211 w 3249"/>
              <a:gd name="T13" fmla="*/ 91 h 479"/>
              <a:gd name="T14" fmla="*/ 3112 w 3249"/>
              <a:gd name="T15" fmla="*/ 61 h 479"/>
              <a:gd name="T16" fmla="*/ 3032 w 3249"/>
              <a:gd name="T17" fmla="*/ 49 h 479"/>
              <a:gd name="T18" fmla="*/ 2690 w 3249"/>
              <a:gd name="T19" fmla="*/ 11 h 479"/>
              <a:gd name="T20" fmla="*/ 2344 w 3249"/>
              <a:gd name="T21" fmla="*/ 0 h 479"/>
              <a:gd name="T22" fmla="*/ 1991 w 3249"/>
              <a:gd name="T23" fmla="*/ 7 h 479"/>
              <a:gd name="T24" fmla="*/ 1630 w 3249"/>
              <a:gd name="T25" fmla="*/ 34 h 479"/>
              <a:gd name="T26" fmla="*/ 1261 w 3249"/>
              <a:gd name="T27" fmla="*/ 83 h 479"/>
              <a:gd name="T28" fmla="*/ 877 w 3249"/>
              <a:gd name="T29" fmla="*/ 156 h 479"/>
              <a:gd name="T30" fmla="*/ 482 w 3249"/>
              <a:gd name="T31" fmla="*/ 247 h 479"/>
              <a:gd name="T32" fmla="*/ 68 w 3249"/>
              <a:gd name="T33" fmla="*/ 357 h 479"/>
              <a:gd name="T34" fmla="*/ 26 w 3249"/>
              <a:gd name="T35" fmla="*/ 418 h 479"/>
              <a:gd name="T36" fmla="*/ 3 w 3249"/>
              <a:gd name="T37" fmla="*/ 460 h 479"/>
              <a:gd name="T38" fmla="*/ 3 w 3249"/>
              <a:gd name="T39" fmla="*/ 475 h 479"/>
              <a:gd name="T40" fmla="*/ 30 w 3249"/>
              <a:gd name="T41" fmla="*/ 479 h 479"/>
              <a:gd name="T42" fmla="*/ 87 w 3249"/>
              <a:gd name="T43" fmla="*/ 467 h 479"/>
              <a:gd name="T44" fmla="*/ 239 w 3249"/>
              <a:gd name="T45" fmla="*/ 403 h 479"/>
              <a:gd name="T46" fmla="*/ 364 w 3249"/>
              <a:gd name="T47" fmla="*/ 357 h 479"/>
              <a:gd name="T48" fmla="*/ 611 w 3249"/>
              <a:gd name="T49" fmla="*/ 285 h 479"/>
              <a:gd name="T50" fmla="*/ 858 w 3249"/>
              <a:gd name="T51" fmla="*/ 228 h 479"/>
              <a:gd name="T52" fmla="*/ 1098 w 3249"/>
              <a:gd name="T53" fmla="*/ 182 h 479"/>
              <a:gd name="T54" fmla="*/ 1337 w 3249"/>
              <a:gd name="T55" fmla="*/ 156 h 479"/>
              <a:gd name="T56" fmla="*/ 1565 w 3249"/>
              <a:gd name="T57" fmla="*/ 137 h 479"/>
              <a:gd name="T58" fmla="*/ 1888 w 3249"/>
              <a:gd name="T59" fmla="*/ 129 h 479"/>
              <a:gd name="T60" fmla="*/ 2272 w 3249"/>
              <a:gd name="T61" fmla="*/ 140 h 479"/>
              <a:gd name="T62" fmla="*/ 2592 w 3249"/>
              <a:gd name="T63" fmla="*/ 171 h 479"/>
              <a:gd name="T64" fmla="*/ 2915 w 3249"/>
              <a:gd name="T65" fmla="*/ 220 h 479"/>
              <a:gd name="T66" fmla="*/ 2998 w 3249"/>
              <a:gd name="T67" fmla="*/ 235 h 47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</a:cxnLst>
            <a:rect l="0" t="0" r="r" b="b"/>
            <a:pathLst>
              <a:path w="3249" h="479">
                <a:moveTo>
                  <a:pt x="2998" y="235"/>
                </a:moveTo>
                <a:lnTo>
                  <a:pt x="2998" y="235"/>
                </a:lnTo>
                <a:lnTo>
                  <a:pt x="3040" y="232"/>
                </a:lnTo>
                <a:lnTo>
                  <a:pt x="3101" y="216"/>
                </a:lnTo>
                <a:lnTo>
                  <a:pt x="3165" y="197"/>
                </a:lnTo>
                <a:lnTo>
                  <a:pt x="3192" y="182"/>
                </a:lnTo>
                <a:lnTo>
                  <a:pt x="3219" y="171"/>
                </a:lnTo>
                <a:lnTo>
                  <a:pt x="3238" y="156"/>
                </a:lnTo>
                <a:lnTo>
                  <a:pt x="3245" y="140"/>
                </a:lnTo>
                <a:lnTo>
                  <a:pt x="3249" y="129"/>
                </a:lnTo>
                <a:lnTo>
                  <a:pt x="3245" y="121"/>
                </a:lnTo>
                <a:lnTo>
                  <a:pt x="3241" y="114"/>
                </a:lnTo>
                <a:lnTo>
                  <a:pt x="3234" y="106"/>
                </a:lnTo>
                <a:lnTo>
                  <a:pt x="3211" y="91"/>
                </a:lnTo>
                <a:lnTo>
                  <a:pt x="3169" y="76"/>
                </a:lnTo>
                <a:lnTo>
                  <a:pt x="3112" y="61"/>
                </a:lnTo>
                <a:lnTo>
                  <a:pt x="3032" y="49"/>
                </a:lnTo>
                <a:lnTo>
                  <a:pt x="3032" y="49"/>
                </a:lnTo>
                <a:lnTo>
                  <a:pt x="2861" y="26"/>
                </a:lnTo>
                <a:lnTo>
                  <a:pt x="2690" y="11"/>
                </a:lnTo>
                <a:lnTo>
                  <a:pt x="2516" y="4"/>
                </a:lnTo>
                <a:lnTo>
                  <a:pt x="2344" y="0"/>
                </a:lnTo>
                <a:lnTo>
                  <a:pt x="2170" y="0"/>
                </a:lnTo>
                <a:lnTo>
                  <a:pt x="1991" y="7"/>
                </a:lnTo>
                <a:lnTo>
                  <a:pt x="1812" y="19"/>
                </a:lnTo>
                <a:lnTo>
                  <a:pt x="1630" y="34"/>
                </a:lnTo>
                <a:lnTo>
                  <a:pt x="1448" y="57"/>
                </a:lnTo>
                <a:lnTo>
                  <a:pt x="1261" y="83"/>
                </a:lnTo>
                <a:lnTo>
                  <a:pt x="1071" y="118"/>
                </a:lnTo>
                <a:lnTo>
                  <a:pt x="877" y="156"/>
                </a:lnTo>
                <a:lnTo>
                  <a:pt x="684" y="197"/>
                </a:lnTo>
                <a:lnTo>
                  <a:pt x="482" y="247"/>
                </a:lnTo>
                <a:lnTo>
                  <a:pt x="277" y="300"/>
                </a:lnTo>
                <a:lnTo>
                  <a:pt x="68" y="357"/>
                </a:lnTo>
                <a:lnTo>
                  <a:pt x="68" y="357"/>
                </a:lnTo>
                <a:lnTo>
                  <a:pt x="26" y="418"/>
                </a:lnTo>
                <a:lnTo>
                  <a:pt x="7" y="445"/>
                </a:lnTo>
                <a:lnTo>
                  <a:pt x="3" y="460"/>
                </a:lnTo>
                <a:lnTo>
                  <a:pt x="0" y="467"/>
                </a:lnTo>
                <a:lnTo>
                  <a:pt x="3" y="475"/>
                </a:lnTo>
                <a:lnTo>
                  <a:pt x="15" y="479"/>
                </a:lnTo>
                <a:lnTo>
                  <a:pt x="30" y="479"/>
                </a:lnTo>
                <a:lnTo>
                  <a:pt x="53" y="475"/>
                </a:lnTo>
                <a:lnTo>
                  <a:pt x="87" y="467"/>
                </a:lnTo>
                <a:lnTo>
                  <a:pt x="129" y="452"/>
                </a:lnTo>
                <a:lnTo>
                  <a:pt x="239" y="403"/>
                </a:lnTo>
                <a:lnTo>
                  <a:pt x="239" y="403"/>
                </a:lnTo>
                <a:lnTo>
                  <a:pt x="364" y="357"/>
                </a:lnTo>
                <a:lnTo>
                  <a:pt x="490" y="319"/>
                </a:lnTo>
                <a:lnTo>
                  <a:pt x="611" y="285"/>
                </a:lnTo>
                <a:lnTo>
                  <a:pt x="737" y="254"/>
                </a:lnTo>
                <a:lnTo>
                  <a:pt x="858" y="228"/>
                </a:lnTo>
                <a:lnTo>
                  <a:pt x="980" y="201"/>
                </a:lnTo>
                <a:lnTo>
                  <a:pt x="1098" y="182"/>
                </a:lnTo>
                <a:lnTo>
                  <a:pt x="1220" y="167"/>
                </a:lnTo>
                <a:lnTo>
                  <a:pt x="1337" y="156"/>
                </a:lnTo>
                <a:lnTo>
                  <a:pt x="1451" y="144"/>
                </a:lnTo>
                <a:lnTo>
                  <a:pt x="1565" y="137"/>
                </a:lnTo>
                <a:lnTo>
                  <a:pt x="1676" y="133"/>
                </a:lnTo>
                <a:lnTo>
                  <a:pt x="1888" y="129"/>
                </a:lnTo>
                <a:lnTo>
                  <a:pt x="2090" y="133"/>
                </a:lnTo>
                <a:lnTo>
                  <a:pt x="2272" y="140"/>
                </a:lnTo>
                <a:lnTo>
                  <a:pt x="2443" y="156"/>
                </a:lnTo>
                <a:lnTo>
                  <a:pt x="2592" y="171"/>
                </a:lnTo>
                <a:lnTo>
                  <a:pt x="2725" y="190"/>
                </a:lnTo>
                <a:lnTo>
                  <a:pt x="2915" y="220"/>
                </a:lnTo>
                <a:lnTo>
                  <a:pt x="2998" y="235"/>
                </a:lnTo>
                <a:lnTo>
                  <a:pt x="2998" y="235"/>
                </a:lnTo>
                <a:close/>
              </a:path>
            </a:pathLst>
          </a:custGeom>
          <a:gradFill>
            <a:gsLst>
              <a:gs pos="100000">
                <a:srgbClr val="C2C2C2"/>
              </a:gs>
              <a:gs pos="35000">
                <a:schemeClr val="accent3">
                  <a:lumMod val="60000"/>
                </a:schemeClr>
              </a:gs>
            </a:gsLst>
            <a:lin ang="5400000" scaled="0"/>
          </a:gradFill>
          <a:ln>
            <a:noFill/>
          </a:ln>
          <a:scene3d>
            <a:camera prst="orthographicFront"/>
            <a:lightRig rig="threePt" dir="t"/>
          </a:scene3d>
          <a:sp3d>
            <a:bevelT w="38100" h="38100"/>
          </a:sp3d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/>
          </a:p>
        </p:txBody>
      </p:sp>
      <p:sp>
        <p:nvSpPr>
          <p:cNvPr id="6" name="Freeform 7"/>
          <p:cNvSpPr>
            <a:spLocks/>
          </p:cNvSpPr>
          <p:nvPr/>
        </p:nvSpPr>
        <p:spPr bwMode="auto">
          <a:xfrm>
            <a:off x="3208598" y="2847552"/>
            <a:ext cx="1061827" cy="1961098"/>
          </a:xfrm>
          <a:custGeom>
            <a:avLst/>
            <a:gdLst>
              <a:gd name="T0" fmla="*/ 977 w 1019"/>
              <a:gd name="T1" fmla="*/ 874 h 1882"/>
              <a:gd name="T2" fmla="*/ 897 w 1019"/>
              <a:gd name="T3" fmla="*/ 829 h 1882"/>
              <a:gd name="T4" fmla="*/ 730 w 1019"/>
              <a:gd name="T5" fmla="*/ 700 h 1882"/>
              <a:gd name="T6" fmla="*/ 566 w 1019"/>
              <a:gd name="T7" fmla="*/ 544 h 1882"/>
              <a:gd name="T8" fmla="*/ 331 w 1019"/>
              <a:gd name="T9" fmla="*/ 300 h 1882"/>
              <a:gd name="T10" fmla="*/ 144 w 1019"/>
              <a:gd name="T11" fmla="*/ 99 h 1882"/>
              <a:gd name="T12" fmla="*/ 57 w 1019"/>
              <a:gd name="T13" fmla="*/ 19 h 1882"/>
              <a:gd name="T14" fmla="*/ 27 w 1019"/>
              <a:gd name="T15" fmla="*/ 0 h 1882"/>
              <a:gd name="T16" fmla="*/ 8 w 1019"/>
              <a:gd name="T17" fmla="*/ 0 h 1882"/>
              <a:gd name="T18" fmla="*/ 0 w 1019"/>
              <a:gd name="T19" fmla="*/ 23 h 1882"/>
              <a:gd name="T20" fmla="*/ 0 w 1019"/>
              <a:gd name="T21" fmla="*/ 103 h 1882"/>
              <a:gd name="T22" fmla="*/ 23 w 1019"/>
              <a:gd name="T23" fmla="*/ 259 h 1882"/>
              <a:gd name="T24" fmla="*/ 61 w 1019"/>
              <a:gd name="T25" fmla="*/ 414 h 1882"/>
              <a:gd name="T26" fmla="*/ 114 w 1019"/>
              <a:gd name="T27" fmla="*/ 563 h 1882"/>
              <a:gd name="T28" fmla="*/ 201 w 1019"/>
              <a:gd name="T29" fmla="*/ 753 h 1882"/>
              <a:gd name="T30" fmla="*/ 300 w 1019"/>
              <a:gd name="T31" fmla="*/ 935 h 1882"/>
              <a:gd name="T32" fmla="*/ 293 w 1019"/>
              <a:gd name="T33" fmla="*/ 954 h 1882"/>
              <a:gd name="T34" fmla="*/ 228 w 1019"/>
              <a:gd name="T35" fmla="*/ 1103 h 1882"/>
              <a:gd name="T36" fmla="*/ 167 w 1019"/>
              <a:gd name="T37" fmla="*/ 1285 h 1882"/>
              <a:gd name="T38" fmla="*/ 133 w 1019"/>
              <a:gd name="T39" fmla="*/ 1433 h 1882"/>
              <a:gd name="T40" fmla="*/ 110 w 1019"/>
              <a:gd name="T41" fmla="*/ 1601 h 1882"/>
              <a:gd name="T42" fmla="*/ 106 w 1019"/>
              <a:gd name="T43" fmla="*/ 1772 h 1882"/>
              <a:gd name="T44" fmla="*/ 110 w 1019"/>
              <a:gd name="T45" fmla="*/ 1863 h 1882"/>
              <a:gd name="T46" fmla="*/ 118 w 1019"/>
              <a:gd name="T47" fmla="*/ 1878 h 1882"/>
              <a:gd name="T48" fmla="*/ 133 w 1019"/>
              <a:gd name="T49" fmla="*/ 1878 h 1882"/>
              <a:gd name="T50" fmla="*/ 190 w 1019"/>
              <a:gd name="T51" fmla="*/ 1833 h 1882"/>
              <a:gd name="T52" fmla="*/ 372 w 1019"/>
              <a:gd name="T53" fmla="*/ 1604 h 1882"/>
              <a:gd name="T54" fmla="*/ 562 w 1019"/>
              <a:gd name="T55" fmla="*/ 1376 h 1882"/>
              <a:gd name="T56" fmla="*/ 703 w 1019"/>
              <a:gd name="T57" fmla="*/ 1224 h 1882"/>
              <a:gd name="T58" fmla="*/ 851 w 1019"/>
              <a:gd name="T59" fmla="*/ 1087 h 1882"/>
              <a:gd name="T60" fmla="*/ 927 w 1019"/>
              <a:gd name="T61" fmla="*/ 1027 h 1882"/>
              <a:gd name="T62" fmla="*/ 988 w 1019"/>
              <a:gd name="T63" fmla="*/ 981 h 1882"/>
              <a:gd name="T64" fmla="*/ 1019 w 1019"/>
              <a:gd name="T65" fmla="*/ 939 h 1882"/>
              <a:gd name="T66" fmla="*/ 1015 w 1019"/>
              <a:gd name="T67" fmla="*/ 905 h 1882"/>
              <a:gd name="T68" fmla="*/ 977 w 1019"/>
              <a:gd name="T69" fmla="*/ 874 h 18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1019" h="1882">
                <a:moveTo>
                  <a:pt x="977" y="874"/>
                </a:moveTo>
                <a:lnTo>
                  <a:pt x="977" y="874"/>
                </a:lnTo>
                <a:lnTo>
                  <a:pt x="939" y="855"/>
                </a:lnTo>
                <a:lnTo>
                  <a:pt x="897" y="829"/>
                </a:lnTo>
                <a:lnTo>
                  <a:pt x="813" y="768"/>
                </a:lnTo>
                <a:lnTo>
                  <a:pt x="730" y="700"/>
                </a:lnTo>
                <a:lnTo>
                  <a:pt x="646" y="627"/>
                </a:lnTo>
                <a:lnTo>
                  <a:pt x="566" y="544"/>
                </a:lnTo>
                <a:lnTo>
                  <a:pt x="483" y="464"/>
                </a:lnTo>
                <a:lnTo>
                  <a:pt x="331" y="300"/>
                </a:lnTo>
                <a:lnTo>
                  <a:pt x="201" y="156"/>
                </a:lnTo>
                <a:lnTo>
                  <a:pt x="144" y="99"/>
                </a:lnTo>
                <a:lnTo>
                  <a:pt x="95" y="49"/>
                </a:lnTo>
                <a:lnTo>
                  <a:pt x="57" y="19"/>
                </a:lnTo>
                <a:lnTo>
                  <a:pt x="38" y="8"/>
                </a:lnTo>
                <a:lnTo>
                  <a:pt x="27" y="0"/>
                </a:lnTo>
                <a:lnTo>
                  <a:pt x="15" y="0"/>
                </a:lnTo>
                <a:lnTo>
                  <a:pt x="8" y="0"/>
                </a:lnTo>
                <a:lnTo>
                  <a:pt x="0" y="11"/>
                </a:lnTo>
                <a:lnTo>
                  <a:pt x="0" y="23"/>
                </a:lnTo>
                <a:lnTo>
                  <a:pt x="0" y="23"/>
                </a:lnTo>
                <a:lnTo>
                  <a:pt x="0" y="103"/>
                </a:lnTo>
                <a:lnTo>
                  <a:pt x="8" y="179"/>
                </a:lnTo>
                <a:lnTo>
                  <a:pt x="23" y="259"/>
                </a:lnTo>
                <a:lnTo>
                  <a:pt x="42" y="335"/>
                </a:lnTo>
                <a:lnTo>
                  <a:pt x="61" y="414"/>
                </a:lnTo>
                <a:lnTo>
                  <a:pt x="87" y="490"/>
                </a:lnTo>
                <a:lnTo>
                  <a:pt x="114" y="563"/>
                </a:lnTo>
                <a:lnTo>
                  <a:pt x="144" y="631"/>
                </a:lnTo>
                <a:lnTo>
                  <a:pt x="201" y="753"/>
                </a:lnTo>
                <a:lnTo>
                  <a:pt x="251" y="848"/>
                </a:lnTo>
                <a:lnTo>
                  <a:pt x="300" y="935"/>
                </a:lnTo>
                <a:lnTo>
                  <a:pt x="300" y="935"/>
                </a:lnTo>
                <a:lnTo>
                  <a:pt x="293" y="954"/>
                </a:lnTo>
                <a:lnTo>
                  <a:pt x="266" y="1011"/>
                </a:lnTo>
                <a:lnTo>
                  <a:pt x="228" y="1103"/>
                </a:lnTo>
                <a:lnTo>
                  <a:pt x="186" y="1220"/>
                </a:lnTo>
                <a:lnTo>
                  <a:pt x="167" y="1285"/>
                </a:lnTo>
                <a:lnTo>
                  <a:pt x="148" y="1357"/>
                </a:lnTo>
                <a:lnTo>
                  <a:pt x="133" y="1433"/>
                </a:lnTo>
                <a:lnTo>
                  <a:pt x="122" y="1517"/>
                </a:lnTo>
                <a:lnTo>
                  <a:pt x="110" y="1601"/>
                </a:lnTo>
                <a:lnTo>
                  <a:pt x="106" y="1684"/>
                </a:lnTo>
                <a:lnTo>
                  <a:pt x="106" y="1772"/>
                </a:lnTo>
                <a:lnTo>
                  <a:pt x="110" y="1863"/>
                </a:lnTo>
                <a:lnTo>
                  <a:pt x="110" y="1863"/>
                </a:lnTo>
                <a:lnTo>
                  <a:pt x="114" y="1874"/>
                </a:lnTo>
                <a:lnTo>
                  <a:pt x="118" y="1878"/>
                </a:lnTo>
                <a:lnTo>
                  <a:pt x="125" y="1882"/>
                </a:lnTo>
                <a:lnTo>
                  <a:pt x="133" y="1878"/>
                </a:lnTo>
                <a:lnTo>
                  <a:pt x="156" y="1863"/>
                </a:lnTo>
                <a:lnTo>
                  <a:pt x="190" y="1833"/>
                </a:lnTo>
                <a:lnTo>
                  <a:pt x="270" y="1734"/>
                </a:lnTo>
                <a:lnTo>
                  <a:pt x="372" y="1604"/>
                </a:lnTo>
                <a:lnTo>
                  <a:pt x="494" y="1452"/>
                </a:lnTo>
                <a:lnTo>
                  <a:pt x="562" y="1376"/>
                </a:lnTo>
                <a:lnTo>
                  <a:pt x="631" y="1296"/>
                </a:lnTo>
                <a:lnTo>
                  <a:pt x="703" y="1224"/>
                </a:lnTo>
                <a:lnTo>
                  <a:pt x="775" y="1152"/>
                </a:lnTo>
                <a:lnTo>
                  <a:pt x="851" y="1087"/>
                </a:lnTo>
                <a:lnTo>
                  <a:pt x="927" y="1027"/>
                </a:lnTo>
                <a:lnTo>
                  <a:pt x="927" y="1027"/>
                </a:lnTo>
                <a:lnTo>
                  <a:pt x="962" y="1004"/>
                </a:lnTo>
                <a:lnTo>
                  <a:pt x="988" y="981"/>
                </a:lnTo>
                <a:lnTo>
                  <a:pt x="1007" y="958"/>
                </a:lnTo>
                <a:lnTo>
                  <a:pt x="1019" y="939"/>
                </a:lnTo>
                <a:lnTo>
                  <a:pt x="1019" y="924"/>
                </a:lnTo>
                <a:lnTo>
                  <a:pt x="1015" y="905"/>
                </a:lnTo>
                <a:lnTo>
                  <a:pt x="1000" y="890"/>
                </a:lnTo>
                <a:lnTo>
                  <a:pt x="977" y="874"/>
                </a:lnTo>
                <a:lnTo>
                  <a:pt x="977" y="874"/>
                </a:lnTo>
                <a:close/>
              </a:path>
            </a:pathLst>
          </a:custGeom>
          <a:gradFill>
            <a:gsLst>
              <a:gs pos="100000">
                <a:srgbClr val="C2C2C2"/>
              </a:gs>
              <a:gs pos="85000">
                <a:schemeClr val="accent3">
                  <a:lumMod val="95000"/>
                  <a:lumOff val="5000"/>
                </a:schemeClr>
              </a:gs>
              <a:gs pos="0">
                <a:schemeClr val="accent3">
                  <a:lumMod val="60000"/>
                </a:schemeClr>
              </a:gs>
            </a:gsLst>
            <a:lin ang="5400000" scaled="0"/>
          </a:gradFill>
          <a:ln>
            <a:noFill/>
          </a:ln>
          <a:scene3d>
            <a:camera prst="orthographicFront"/>
            <a:lightRig rig="threePt" dir="t"/>
          </a:scene3d>
          <a:sp3d>
            <a:bevelT w="38100" h="19050"/>
          </a:sp3d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/>
          </a:p>
        </p:txBody>
      </p:sp>
      <p:sp>
        <p:nvSpPr>
          <p:cNvPr id="14" name="Oval 13"/>
          <p:cNvSpPr/>
          <p:nvPr/>
        </p:nvSpPr>
        <p:spPr>
          <a:xfrm>
            <a:off x="2604882" y="5083530"/>
            <a:ext cx="6979367" cy="453981"/>
          </a:xfrm>
          <a:prstGeom prst="ellipse">
            <a:avLst/>
          </a:prstGeom>
          <a:solidFill>
            <a:schemeClr val="bg1">
              <a:lumMod val="50000"/>
              <a:alpha val="39000"/>
            </a:schemeClr>
          </a:solidFill>
          <a:ln>
            <a:noFill/>
          </a:ln>
          <a:effectLst>
            <a:softEdge rad="1778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grpSp>
        <p:nvGrpSpPr>
          <p:cNvPr id="21" name="Group 20"/>
          <p:cNvGrpSpPr/>
          <p:nvPr/>
        </p:nvGrpSpPr>
        <p:grpSpPr>
          <a:xfrm>
            <a:off x="3412775" y="2167065"/>
            <a:ext cx="1943965" cy="1372049"/>
            <a:chOff x="2379217" y="1548085"/>
            <a:chExt cx="2591953" cy="1829398"/>
          </a:xfrm>
        </p:grpSpPr>
        <p:sp>
          <p:nvSpPr>
            <p:cNvPr id="9" name="Freeform 10"/>
            <p:cNvSpPr>
              <a:spLocks/>
            </p:cNvSpPr>
            <p:nvPr/>
          </p:nvSpPr>
          <p:spPr bwMode="auto">
            <a:xfrm>
              <a:off x="4088919" y="1760516"/>
              <a:ext cx="882251" cy="1616967"/>
            </a:xfrm>
            <a:custGeom>
              <a:avLst/>
              <a:gdLst>
                <a:gd name="T0" fmla="*/ 19 w 635"/>
                <a:gd name="T1" fmla="*/ 0 h 605"/>
                <a:gd name="T2" fmla="*/ 19 w 635"/>
                <a:gd name="T3" fmla="*/ 0 h 605"/>
                <a:gd name="T4" fmla="*/ 69 w 635"/>
                <a:gd name="T5" fmla="*/ 12 h 605"/>
                <a:gd name="T6" fmla="*/ 118 w 635"/>
                <a:gd name="T7" fmla="*/ 27 h 605"/>
                <a:gd name="T8" fmla="*/ 168 w 635"/>
                <a:gd name="T9" fmla="*/ 50 h 605"/>
                <a:gd name="T10" fmla="*/ 217 w 635"/>
                <a:gd name="T11" fmla="*/ 76 h 605"/>
                <a:gd name="T12" fmla="*/ 266 w 635"/>
                <a:gd name="T13" fmla="*/ 103 h 605"/>
                <a:gd name="T14" fmla="*/ 312 w 635"/>
                <a:gd name="T15" fmla="*/ 137 h 605"/>
                <a:gd name="T16" fmla="*/ 358 w 635"/>
                <a:gd name="T17" fmla="*/ 171 h 605"/>
                <a:gd name="T18" fmla="*/ 403 w 635"/>
                <a:gd name="T19" fmla="*/ 209 h 605"/>
                <a:gd name="T20" fmla="*/ 441 w 635"/>
                <a:gd name="T21" fmla="*/ 247 h 605"/>
                <a:gd name="T22" fmla="*/ 483 w 635"/>
                <a:gd name="T23" fmla="*/ 289 h 605"/>
                <a:gd name="T24" fmla="*/ 517 w 635"/>
                <a:gd name="T25" fmla="*/ 331 h 605"/>
                <a:gd name="T26" fmla="*/ 548 w 635"/>
                <a:gd name="T27" fmla="*/ 373 h 605"/>
                <a:gd name="T28" fmla="*/ 578 w 635"/>
                <a:gd name="T29" fmla="*/ 415 h 605"/>
                <a:gd name="T30" fmla="*/ 601 w 635"/>
                <a:gd name="T31" fmla="*/ 456 h 605"/>
                <a:gd name="T32" fmla="*/ 620 w 635"/>
                <a:gd name="T33" fmla="*/ 495 h 605"/>
                <a:gd name="T34" fmla="*/ 631 w 635"/>
                <a:gd name="T35" fmla="*/ 533 h 605"/>
                <a:gd name="T36" fmla="*/ 631 w 635"/>
                <a:gd name="T37" fmla="*/ 533 h 605"/>
                <a:gd name="T38" fmla="*/ 635 w 635"/>
                <a:gd name="T39" fmla="*/ 544 h 605"/>
                <a:gd name="T40" fmla="*/ 631 w 635"/>
                <a:gd name="T41" fmla="*/ 555 h 605"/>
                <a:gd name="T42" fmla="*/ 624 w 635"/>
                <a:gd name="T43" fmla="*/ 567 h 605"/>
                <a:gd name="T44" fmla="*/ 612 w 635"/>
                <a:gd name="T45" fmla="*/ 574 h 605"/>
                <a:gd name="T46" fmla="*/ 586 w 635"/>
                <a:gd name="T47" fmla="*/ 590 h 605"/>
                <a:gd name="T48" fmla="*/ 555 w 635"/>
                <a:gd name="T49" fmla="*/ 601 h 605"/>
                <a:gd name="T50" fmla="*/ 521 w 635"/>
                <a:gd name="T51" fmla="*/ 605 h 605"/>
                <a:gd name="T52" fmla="*/ 491 w 635"/>
                <a:gd name="T53" fmla="*/ 601 h 605"/>
                <a:gd name="T54" fmla="*/ 479 w 635"/>
                <a:gd name="T55" fmla="*/ 597 h 605"/>
                <a:gd name="T56" fmla="*/ 468 w 635"/>
                <a:gd name="T57" fmla="*/ 590 h 605"/>
                <a:gd name="T58" fmla="*/ 464 w 635"/>
                <a:gd name="T59" fmla="*/ 582 h 605"/>
                <a:gd name="T60" fmla="*/ 460 w 635"/>
                <a:gd name="T61" fmla="*/ 571 h 605"/>
                <a:gd name="T62" fmla="*/ 460 w 635"/>
                <a:gd name="T63" fmla="*/ 571 h 605"/>
                <a:gd name="T64" fmla="*/ 456 w 635"/>
                <a:gd name="T65" fmla="*/ 533 h 605"/>
                <a:gd name="T66" fmla="*/ 449 w 635"/>
                <a:gd name="T67" fmla="*/ 495 h 605"/>
                <a:gd name="T68" fmla="*/ 441 w 635"/>
                <a:gd name="T69" fmla="*/ 460 h 605"/>
                <a:gd name="T70" fmla="*/ 430 w 635"/>
                <a:gd name="T71" fmla="*/ 426 h 605"/>
                <a:gd name="T72" fmla="*/ 415 w 635"/>
                <a:gd name="T73" fmla="*/ 392 h 605"/>
                <a:gd name="T74" fmla="*/ 399 w 635"/>
                <a:gd name="T75" fmla="*/ 361 h 605"/>
                <a:gd name="T76" fmla="*/ 361 w 635"/>
                <a:gd name="T77" fmla="*/ 304 h 605"/>
                <a:gd name="T78" fmla="*/ 320 w 635"/>
                <a:gd name="T79" fmla="*/ 251 h 605"/>
                <a:gd name="T80" fmla="*/ 274 w 635"/>
                <a:gd name="T81" fmla="*/ 202 h 605"/>
                <a:gd name="T82" fmla="*/ 228 w 635"/>
                <a:gd name="T83" fmla="*/ 160 h 605"/>
                <a:gd name="T84" fmla="*/ 179 w 635"/>
                <a:gd name="T85" fmla="*/ 122 h 605"/>
                <a:gd name="T86" fmla="*/ 133 w 635"/>
                <a:gd name="T87" fmla="*/ 92 h 605"/>
                <a:gd name="T88" fmla="*/ 92 w 635"/>
                <a:gd name="T89" fmla="*/ 61 h 605"/>
                <a:gd name="T90" fmla="*/ 27 w 635"/>
                <a:gd name="T91" fmla="*/ 23 h 605"/>
                <a:gd name="T92" fmla="*/ 8 w 635"/>
                <a:gd name="T93" fmla="*/ 12 h 605"/>
                <a:gd name="T94" fmla="*/ 0 w 635"/>
                <a:gd name="T95" fmla="*/ 4 h 605"/>
                <a:gd name="T96" fmla="*/ 0 w 635"/>
                <a:gd name="T97" fmla="*/ 0 h 605"/>
                <a:gd name="T98" fmla="*/ 4 w 635"/>
                <a:gd name="T99" fmla="*/ 0 h 605"/>
                <a:gd name="T100" fmla="*/ 19 w 635"/>
                <a:gd name="T101" fmla="*/ 0 h 605"/>
                <a:gd name="T102" fmla="*/ 19 w 635"/>
                <a:gd name="T103" fmla="*/ 0 h 6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635" h="605">
                  <a:moveTo>
                    <a:pt x="19" y="0"/>
                  </a:moveTo>
                  <a:lnTo>
                    <a:pt x="19" y="0"/>
                  </a:lnTo>
                  <a:lnTo>
                    <a:pt x="69" y="12"/>
                  </a:lnTo>
                  <a:lnTo>
                    <a:pt x="118" y="27"/>
                  </a:lnTo>
                  <a:lnTo>
                    <a:pt x="168" y="50"/>
                  </a:lnTo>
                  <a:lnTo>
                    <a:pt x="217" y="76"/>
                  </a:lnTo>
                  <a:lnTo>
                    <a:pt x="266" y="103"/>
                  </a:lnTo>
                  <a:lnTo>
                    <a:pt x="312" y="137"/>
                  </a:lnTo>
                  <a:lnTo>
                    <a:pt x="358" y="171"/>
                  </a:lnTo>
                  <a:lnTo>
                    <a:pt x="403" y="209"/>
                  </a:lnTo>
                  <a:lnTo>
                    <a:pt x="441" y="247"/>
                  </a:lnTo>
                  <a:lnTo>
                    <a:pt x="483" y="289"/>
                  </a:lnTo>
                  <a:lnTo>
                    <a:pt x="517" y="331"/>
                  </a:lnTo>
                  <a:lnTo>
                    <a:pt x="548" y="373"/>
                  </a:lnTo>
                  <a:lnTo>
                    <a:pt x="578" y="415"/>
                  </a:lnTo>
                  <a:lnTo>
                    <a:pt x="601" y="456"/>
                  </a:lnTo>
                  <a:lnTo>
                    <a:pt x="620" y="495"/>
                  </a:lnTo>
                  <a:lnTo>
                    <a:pt x="631" y="533"/>
                  </a:lnTo>
                  <a:lnTo>
                    <a:pt x="631" y="533"/>
                  </a:lnTo>
                  <a:lnTo>
                    <a:pt x="635" y="544"/>
                  </a:lnTo>
                  <a:lnTo>
                    <a:pt x="631" y="555"/>
                  </a:lnTo>
                  <a:lnTo>
                    <a:pt x="624" y="567"/>
                  </a:lnTo>
                  <a:lnTo>
                    <a:pt x="612" y="574"/>
                  </a:lnTo>
                  <a:lnTo>
                    <a:pt x="586" y="590"/>
                  </a:lnTo>
                  <a:lnTo>
                    <a:pt x="555" y="601"/>
                  </a:lnTo>
                  <a:lnTo>
                    <a:pt x="521" y="605"/>
                  </a:lnTo>
                  <a:lnTo>
                    <a:pt x="491" y="601"/>
                  </a:lnTo>
                  <a:lnTo>
                    <a:pt x="479" y="597"/>
                  </a:lnTo>
                  <a:lnTo>
                    <a:pt x="468" y="590"/>
                  </a:lnTo>
                  <a:lnTo>
                    <a:pt x="464" y="582"/>
                  </a:lnTo>
                  <a:lnTo>
                    <a:pt x="460" y="571"/>
                  </a:lnTo>
                  <a:lnTo>
                    <a:pt x="460" y="571"/>
                  </a:lnTo>
                  <a:lnTo>
                    <a:pt x="456" y="533"/>
                  </a:lnTo>
                  <a:lnTo>
                    <a:pt x="449" y="495"/>
                  </a:lnTo>
                  <a:lnTo>
                    <a:pt x="441" y="460"/>
                  </a:lnTo>
                  <a:lnTo>
                    <a:pt x="430" y="426"/>
                  </a:lnTo>
                  <a:lnTo>
                    <a:pt x="415" y="392"/>
                  </a:lnTo>
                  <a:lnTo>
                    <a:pt x="399" y="361"/>
                  </a:lnTo>
                  <a:lnTo>
                    <a:pt x="361" y="304"/>
                  </a:lnTo>
                  <a:lnTo>
                    <a:pt x="320" y="251"/>
                  </a:lnTo>
                  <a:lnTo>
                    <a:pt x="274" y="202"/>
                  </a:lnTo>
                  <a:lnTo>
                    <a:pt x="228" y="160"/>
                  </a:lnTo>
                  <a:lnTo>
                    <a:pt x="179" y="122"/>
                  </a:lnTo>
                  <a:lnTo>
                    <a:pt x="133" y="92"/>
                  </a:lnTo>
                  <a:lnTo>
                    <a:pt x="92" y="61"/>
                  </a:lnTo>
                  <a:lnTo>
                    <a:pt x="27" y="23"/>
                  </a:lnTo>
                  <a:lnTo>
                    <a:pt x="8" y="12"/>
                  </a:lnTo>
                  <a:lnTo>
                    <a:pt x="0" y="4"/>
                  </a:lnTo>
                  <a:lnTo>
                    <a:pt x="0" y="0"/>
                  </a:lnTo>
                  <a:lnTo>
                    <a:pt x="4" y="0"/>
                  </a:lnTo>
                  <a:lnTo>
                    <a:pt x="19" y="0"/>
                  </a:lnTo>
                  <a:lnTo>
                    <a:pt x="19" y="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sz="1200"/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2379217" y="1548085"/>
              <a:ext cx="1650578" cy="135421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200" b="1" dirty="0"/>
                <a:t>Main Issue 1</a:t>
              </a:r>
            </a:p>
            <a:p>
              <a:pPr algn="r"/>
              <a:r>
                <a:rPr lang="en-US" sz="1200" dirty="0"/>
                <a:t>Factor</a:t>
              </a:r>
            </a:p>
            <a:p>
              <a:pPr algn="r"/>
              <a:r>
                <a:rPr lang="en-US" sz="1200" dirty="0"/>
                <a:t>Factor</a:t>
              </a:r>
            </a:p>
            <a:p>
              <a:pPr algn="r"/>
              <a:r>
                <a:rPr lang="en-US" sz="1200" dirty="0"/>
                <a:t>Factor</a:t>
              </a:r>
              <a:br>
                <a:rPr lang="en-US" sz="1200" dirty="0"/>
              </a:br>
              <a:endParaRPr lang="en-US" sz="1200" dirty="0"/>
            </a:p>
          </p:txBody>
        </p:sp>
      </p:grpSp>
      <p:grpSp>
        <p:nvGrpSpPr>
          <p:cNvPr id="22" name="Group 21"/>
          <p:cNvGrpSpPr/>
          <p:nvPr/>
        </p:nvGrpSpPr>
        <p:grpSpPr>
          <a:xfrm>
            <a:off x="4804413" y="2115792"/>
            <a:ext cx="1936319" cy="1311467"/>
            <a:chOff x="4234734" y="1479721"/>
            <a:chExt cx="2581759" cy="1748622"/>
          </a:xfrm>
        </p:grpSpPr>
        <p:sp>
          <p:nvSpPr>
            <p:cNvPr id="8" name="Freeform 9"/>
            <p:cNvSpPr>
              <a:spLocks/>
            </p:cNvSpPr>
            <p:nvPr/>
          </p:nvSpPr>
          <p:spPr bwMode="auto">
            <a:xfrm>
              <a:off x="5918959" y="1479721"/>
              <a:ext cx="897534" cy="1748622"/>
            </a:xfrm>
            <a:custGeom>
              <a:avLst/>
              <a:gdLst>
                <a:gd name="T0" fmla="*/ 23 w 646"/>
                <a:gd name="T1" fmla="*/ 4 h 802"/>
                <a:gd name="T2" fmla="*/ 23 w 646"/>
                <a:gd name="T3" fmla="*/ 4 h 802"/>
                <a:gd name="T4" fmla="*/ 80 w 646"/>
                <a:gd name="T5" fmla="*/ 23 h 802"/>
                <a:gd name="T6" fmla="*/ 133 w 646"/>
                <a:gd name="T7" fmla="*/ 53 h 802"/>
                <a:gd name="T8" fmla="*/ 186 w 646"/>
                <a:gd name="T9" fmla="*/ 84 h 802"/>
                <a:gd name="T10" fmla="*/ 239 w 646"/>
                <a:gd name="T11" fmla="*/ 125 h 802"/>
                <a:gd name="T12" fmla="*/ 292 w 646"/>
                <a:gd name="T13" fmla="*/ 167 h 802"/>
                <a:gd name="T14" fmla="*/ 342 w 646"/>
                <a:gd name="T15" fmla="*/ 213 h 802"/>
                <a:gd name="T16" fmla="*/ 387 w 646"/>
                <a:gd name="T17" fmla="*/ 262 h 802"/>
                <a:gd name="T18" fmla="*/ 433 w 646"/>
                <a:gd name="T19" fmla="*/ 315 h 802"/>
                <a:gd name="T20" fmla="*/ 475 w 646"/>
                <a:gd name="T21" fmla="*/ 369 h 802"/>
                <a:gd name="T22" fmla="*/ 513 w 646"/>
                <a:gd name="T23" fmla="*/ 422 h 802"/>
                <a:gd name="T24" fmla="*/ 547 w 646"/>
                <a:gd name="T25" fmla="*/ 479 h 802"/>
                <a:gd name="T26" fmla="*/ 574 w 646"/>
                <a:gd name="T27" fmla="*/ 532 h 802"/>
                <a:gd name="T28" fmla="*/ 600 w 646"/>
                <a:gd name="T29" fmla="*/ 585 h 802"/>
                <a:gd name="T30" fmla="*/ 619 w 646"/>
                <a:gd name="T31" fmla="*/ 639 h 802"/>
                <a:gd name="T32" fmla="*/ 634 w 646"/>
                <a:gd name="T33" fmla="*/ 688 h 802"/>
                <a:gd name="T34" fmla="*/ 646 w 646"/>
                <a:gd name="T35" fmla="*/ 734 h 802"/>
                <a:gd name="T36" fmla="*/ 646 w 646"/>
                <a:gd name="T37" fmla="*/ 734 h 802"/>
                <a:gd name="T38" fmla="*/ 642 w 646"/>
                <a:gd name="T39" fmla="*/ 749 h 802"/>
                <a:gd name="T40" fmla="*/ 638 w 646"/>
                <a:gd name="T41" fmla="*/ 760 h 802"/>
                <a:gd name="T42" fmla="*/ 627 w 646"/>
                <a:gd name="T43" fmla="*/ 772 h 802"/>
                <a:gd name="T44" fmla="*/ 615 w 646"/>
                <a:gd name="T45" fmla="*/ 779 h 802"/>
                <a:gd name="T46" fmla="*/ 600 w 646"/>
                <a:gd name="T47" fmla="*/ 787 h 802"/>
                <a:gd name="T48" fmla="*/ 581 w 646"/>
                <a:gd name="T49" fmla="*/ 794 h 802"/>
                <a:gd name="T50" fmla="*/ 543 w 646"/>
                <a:gd name="T51" fmla="*/ 802 h 802"/>
                <a:gd name="T52" fmla="*/ 501 w 646"/>
                <a:gd name="T53" fmla="*/ 798 h 802"/>
                <a:gd name="T54" fmla="*/ 482 w 646"/>
                <a:gd name="T55" fmla="*/ 794 h 802"/>
                <a:gd name="T56" fmla="*/ 467 w 646"/>
                <a:gd name="T57" fmla="*/ 791 h 802"/>
                <a:gd name="T58" fmla="*/ 452 w 646"/>
                <a:gd name="T59" fmla="*/ 783 h 802"/>
                <a:gd name="T60" fmla="*/ 444 w 646"/>
                <a:gd name="T61" fmla="*/ 772 h 802"/>
                <a:gd name="T62" fmla="*/ 437 w 646"/>
                <a:gd name="T63" fmla="*/ 760 h 802"/>
                <a:gd name="T64" fmla="*/ 437 w 646"/>
                <a:gd name="T65" fmla="*/ 745 h 802"/>
                <a:gd name="T66" fmla="*/ 437 w 646"/>
                <a:gd name="T67" fmla="*/ 745 h 802"/>
                <a:gd name="T68" fmla="*/ 441 w 646"/>
                <a:gd name="T69" fmla="*/ 699 h 802"/>
                <a:gd name="T70" fmla="*/ 437 w 646"/>
                <a:gd name="T71" fmla="*/ 658 h 802"/>
                <a:gd name="T72" fmla="*/ 433 w 646"/>
                <a:gd name="T73" fmla="*/ 616 h 802"/>
                <a:gd name="T74" fmla="*/ 425 w 646"/>
                <a:gd name="T75" fmla="*/ 574 h 802"/>
                <a:gd name="T76" fmla="*/ 414 w 646"/>
                <a:gd name="T77" fmla="*/ 532 h 802"/>
                <a:gd name="T78" fmla="*/ 403 w 646"/>
                <a:gd name="T79" fmla="*/ 494 h 802"/>
                <a:gd name="T80" fmla="*/ 387 w 646"/>
                <a:gd name="T81" fmla="*/ 452 h 802"/>
                <a:gd name="T82" fmla="*/ 368 w 646"/>
                <a:gd name="T83" fmla="*/ 418 h 802"/>
                <a:gd name="T84" fmla="*/ 330 w 646"/>
                <a:gd name="T85" fmla="*/ 346 h 802"/>
                <a:gd name="T86" fmla="*/ 285 w 646"/>
                <a:gd name="T87" fmla="*/ 285 h 802"/>
                <a:gd name="T88" fmla="*/ 235 w 646"/>
                <a:gd name="T89" fmla="*/ 224 h 802"/>
                <a:gd name="T90" fmla="*/ 190 w 646"/>
                <a:gd name="T91" fmla="*/ 175 h 802"/>
                <a:gd name="T92" fmla="*/ 140 w 646"/>
                <a:gd name="T93" fmla="*/ 125 h 802"/>
                <a:gd name="T94" fmla="*/ 99 w 646"/>
                <a:gd name="T95" fmla="*/ 87 h 802"/>
                <a:gd name="T96" fmla="*/ 30 w 646"/>
                <a:gd name="T97" fmla="*/ 30 h 802"/>
                <a:gd name="T98" fmla="*/ 7 w 646"/>
                <a:gd name="T99" fmla="*/ 11 h 802"/>
                <a:gd name="T100" fmla="*/ 0 w 646"/>
                <a:gd name="T101" fmla="*/ 0 h 802"/>
                <a:gd name="T102" fmla="*/ 0 w 646"/>
                <a:gd name="T103" fmla="*/ 0 h 802"/>
                <a:gd name="T104" fmla="*/ 4 w 646"/>
                <a:gd name="T105" fmla="*/ 0 h 802"/>
                <a:gd name="T106" fmla="*/ 23 w 646"/>
                <a:gd name="T107" fmla="*/ 4 h 802"/>
                <a:gd name="T108" fmla="*/ 23 w 646"/>
                <a:gd name="T109" fmla="*/ 4 h 8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646" h="802">
                  <a:moveTo>
                    <a:pt x="23" y="4"/>
                  </a:moveTo>
                  <a:lnTo>
                    <a:pt x="23" y="4"/>
                  </a:lnTo>
                  <a:lnTo>
                    <a:pt x="80" y="23"/>
                  </a:lnTo>
                  <a:lnTo>
                    <a:pt x="133" y="53"/>
                  </a:lnTo>
                  <a:lnTo>
                    <a:pt x="186" y="84"/>
                  </a:lnTo>
                  <a:lnTo>
                    <a:pt x="239" y="125"/>
                  </a:lnTo>
                  <a:lnTo>
                    <a:pt x="292" y="167"/>
                  </a:lnTo>
                  <a:lnTo>
                    <a:pt x="342" y="213"/>
                  </a:lnTo>
                  <a:lnTo>
                    <a:pt x="387" y="262"/>
                  </a:lnTo>
                  <a:lnTo>
                    <a:pt x="433" y="315"/>
                  </a:lnTo>
                  <a:lnTo>
                    <a:pt x="475" y="369"/>
                  </a:lnTo>
                  <a:lnTo>
                    <a:pt x="513" y="422"/>
                  </a:lnTo>
                  <a:lnTo>
                    <a:pt x="547" y="479"/>
                  </a:lnTo>
                  <a:lnTo>
                    <a:pt x="574" y="532"/>
                  </a:lnTo>
                  <a:lnTo>
                    <a:pt x="600" y="585"/>
                  </a:lnTo>
                  <a:lnTo>
                    <a:pt x="619" y="639"/>
                  </a:lnTo>
                  <a:lnTo>
                    <a:pt x="634" y="688"/>
                  </a:lnTo>
                  <a:lnTo>
                    <a:pt x="646" y="734"/>
                  </a:lnTo>
                  <a:lnTo>
                    <a:pt x="646" y="734"/>
                  </a:lnTo>
                  <a:lnTo>
                    <a:pt x="642" y="749"/>
                  </a:lnTo>
                  <a:lnTo>
                    <a:pt x="638" y="760"/>
                  </a:lnTo>
                  <a:lnTo>
                    <a:pt x="627" y="772"/>
                  </a:lnTo>
                  <a:lnTo>
                    <a:pt x="615" y="779"/>
                  </a:lnTo>
                  <a:lnTo>
                    <a:pt x="600" y="787"/>
                  </a:lnTo>
                  <a:lnTo>
                    <a:pt x="581" y="794"/>
                  </a:lnTo>
                  <a:lnTo>
                    <a:pt x="543" y="802"/>
                  </a:lnTo>
                  <a:lnTo>
                    <a:pt x="501" y="798"/>
                  </a:lnTo>
                  <a:lnTo>
                    <a:pt x="482" y="794"/>
                  </a:lnTo>
                  <a:lnTo>
                    <a:pt x="467" y="791"/>
                  </a:lnTo>
                  <a:lnTo>
                    <a:pt x="452" y="783"/>
                  </a:lnTo>
                  <a:lnTo>
                    <a:pt x="444" y="772"/>
                  </a:lnTo>
                  <a:lnTo>
                    <a:pt x="437" y="760"/>
                  </a:lnTo>
                  <a:lnTo>
                    <a:pt x="437" y="745"/>
                  </a:lnTo>
                  <a:lnTo>
                    <a:pt x="437" y="745"/>
                  </a:lnTo>
                  <a:lnTo>
                    <a:pt x="441" y="699"/>
                  </a:lnTo>
                  <a:lnTo>
                    <a:pt x="437" y="658"/>
                  </a:lnTo>
                  <a:lnTo>
                    <a:pt x="433" y="616"/>
                  </a:lnTo>
                  <a:lnTo>
                    <a:pt x="425" y="574"/>
                  </a:lnTo>
                  <a:lnTo>
                    <a:pt x="414" y="532"/>
                  </a:lnTo>
                  <a:lnTo>
                    <a:pt x="403" y="494"/>
                  </a:lnTo>
                  <a:lnTo>
                    <a:pt x="387" y="452"/>
                  </a:lnTo>
                  <a:lnTo>
                    <a:pt x="368" y="418"/>
                  </a:lnTo>
                  <a:lnTo>
                    <a:pt x="330" y="346"/>
                  </a:lnTo>
                  <a:lnTo>
                    <a:pt x="285" y="285"/>
                  </a:lnTo>
                  <a:lnTo>
                    <a:pt x="235" y="224"/>
                  </a:lnTo>
                  <a:lnTo>
                    <a:pt x="190" y="175"/>
                  </a:lnTo>
                  <a:lnTo>
                    <a:pt x="140" y="125"/>
                  </a:lnTo>
                  <a:lnTo>
                    <a:pt x="99" y="87"/>
                  </a:lnTo>
                  <a:lnTo>
                    <a:pt x="30" y="30"/>
                  </a:lnTo>
                  <a:lnTo>
                    <a:pt x="7" y="11"/>
                  </a:lnTo>
                  <a:lnTo>
                    <a:pt x="0" y="0"/>
                  </a:lnTo>
                  <a:lnTo>
                    <a:pt x="0" y="0"/>
                  </a:lnTo>
                  <a:lnTo>
                    <a:pt x="4" y="0"/>
                  </a:lnTo>
                  <a:lnTo>
                    <a:pt x="23" y="4"/>
                  </a:lnTo>
                  <a:lnTo>
                    <a:pt x="23" y="4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sz="1200"/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4234734" y="1534181"/>
              <a:ext cx="1761386" cy="135421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200" b="1" dirty="0"/>
                <a:t>Main Issue 2</a:t>
              </a:r>
              <a:br>
                <a:rPr lang="en-US" sz="1200" b="1" dirty="0"/>
              </a:br>
              <a:r>
                <a:rPr lang="en-US" sz="1200" dirty="0"/>
                <a:t>Factor</a:t>
              </a:r>
            </a:p>
            <a:p>
              <a:pPr algn="r"/>
              <a:r>
                <a:rPr lang="en-US" sz="1200" dirty="0"/>
                <a:t>Factor</a:t>
              </a:r>
            </a:p>
            <a:p>
              <a:pPr algn="r"/>
              <a:r>
                <a:rPr lang="en-US" sz="1200" dirty="0"/>
                <a:t>Factor</a:t>
              </a:r>
              <a:br>
                <a:rPr lang="en-US" sz="1200" dirty="0"/>
              </a:br>
              <a:endParaRPr lang="en-US" sz="1200" dirty="0"/>
            </a:p>
          </p:txBody>
        </p:sp>
      </p:grpSp>
      <p:grpSp>
        <p:nvGrpSpPr>
          <p:cNvPr id="23" name="Group 22"/>
          <p:cNvGrpSpPr/>
          <p:nvPr/>
        </p:nvGrpSpPr>
        <p:grpSpPr>
          <a:xfrm>
            <a:off x="6328158" y="2094038"/>
            <a:ext cx="1737170" cy="1333221"/>
            <a:chOff x="6266396" y="1450715"/>
            <a:chExt cx="2316226" cy="1777628"/>
          </a:xfrm>
        </p:grpSpPr>
        <p:sp>
          <p:nvSpPr>
            <p:cNvPr id="7" name="Freeform 8"/>
            <p:cNvSpPr>
              <a:spLocks/>
            </p:cNvSpPr>
            <p:nvPr/>
          </p:nvSpPr>
          <p:spPr bwMode="auto">
            <a:xfrm>
              <a:off x="7764282" y="1450715"/>
              <a:ext cx="818340" cy="1777628"/>
            </a:xfrm>
            <a:custGeom>
              <a:avLst/>
              <a:gdLst>
                <a:gd name="T0" fmla="*/ 26 w 589"/>
                <a:gd name="T1" fmla="*/ 8 h 943"/>
                <a:gd name="T2" fmla="*/ 26 w 589"/>
                <a:gd name="T3" fmla="*/ 8 h 943"/>
                <a:gd name="T4" fmla="*/ 83 w 589"/>
                <a:gd name="T5" fmla="*/ 42 h 943"/>
                <a:gd name="T6" fmla="*/ 140 w 589"/>
                <a:gd name="T7" fmla="*/ 76 h 943"/>
                <a:gd name="T8" fmla="*/ 194 w 589"/>
                <a:gd name="T9" fmla="*/ 122 h 943"/>
                <a:gd name="T10" fmla="*/ 243 w 589"/>
                <a:gd name="T11" fmla="*/ 171 h 943"/>
                <a:gd name="T12" fmla="*/ 293 w 589"/>
                <a:gd name="T13" fmla="*/ 224 h 943"/>
                <a:gd name="T14" fmla="*/ 338 w 589"/>
                <a:gd name="T15" fmla="*/ 281 h 943"/>
                <a:gd name="T16" fmla="*/ 384 w 589"/>
                <a:gd name="T17" fmla="*/ 342 h 943"/>
                <a:gd name="T18" fmla="*/ 422 w 589"/>
                <a:gd name="T19" fmla="*/ 403 h 943"/>
                <a:gd name="T20" fmla="*/ 460 w 589"/>
                <a:gd name="T21" fmla="*/ 468 h 943"/>
                <a:gd name="T22" fmla="*/ 494 w 589"/>
                <a:gd name="T23" fmla="*/ 532 h 943"/>
                <a:gd name="T24" fmla="*/ 521 w 589"/>
                <a:gd name="T25" fmla="*/ 597 h 943"/>
                <a:gd name="T26" fmla="*/ 547 w 589"/>
                <a:gd name="T27" fmla="*/ 662 h 943"/>
                <a:gd name="T28" fmla="*/ 566 w 589"/>
                <a:gd name="T29" fmla="*/ 722 h 943"/>
                <a:gd name="T30" fmla="*/ 578 w 589"/>
                <a:gd name="T31" fmla="*/ 779 h 943"/>
                <a:gd name="T32" fmla="*/ 589 w 589"/>
                <a:gd name="T33" fmla="*/ 836 h 943"/>
                <a:gd name="T34" fmla="*/ 589 w 589"/>
                <a:gd name="T35" fmla="*/ 890 h 943"/>
                <a:gd name="T36" fmla="*/ 589 w 589"/>
                <a:gd name="T37" fmla="*/ 890 h 943"/>
                <a:gd name="T38" fmla="*/ 589 w 589"/>
                <a:gd name="T39" fmla="*/ 905 h 943"/>
                <a:gd name="T40" fmla="*/ 581 w 589"/>
                <a:gd name="T41" fmla="*/ 916 h 943"/>
                <a:gd name="T42" fmla="*/ 570 w 589"/>
                <a:gd name="T43" fmla="*/ 924 h 943"/>
                <a:gd name="T44" fmla="*/ 551 w 589"/>
                <a:gd name="T45" fmla="*/ 931 h 943"/>
                <a:gd name="T46" fmla="*/ 536 w 589"/>
                <a:gd name="T47" fmla="*/ 939 h 943"/>
                <a:gd name="T48" fmla="*/ 513 w 589"/>
                <a:gd name="T49" fmla="*/ 943 h 943"/>
                <a:gd name="T50" fmla="*/ 471 w 589"/>
                <a:gd name="T51" fmla="*/ 943 h 943"/>
                <a:gd name="T52" fmla="*/ 426 w 589"/>
                <a:gd name="T53" fmla="*/ 935 h 943"/>
                <a:gd name="T54" fmla="*/ 407 w 589"/>
                <a:gd name="T55" fmla="*/ 931 h 943"/>
                <a:gd name="T56" fmla="*/ 391 w 589"/>
                <a:gd name="T57" fmla="*/ 924 h 943"/>
                <a:gd name="T58" fmla="*/ 376 w 589"/>
                <a:gd name="T59" fmla="*/ 912 h 943"/>
                <a:gd name="T60" fmla="*/ 369 w 589"/>
                <a:gd name="T61" fmla="*/ 901 h 943"/>
                <a:gd name="T62" fmla="*/ 365 w 589"/>
                <a:gd name="T63" fmla="*/ 886 h 943"/>
                <a:gd name="T64" fmla="*/ 365 w 589"/>
                <a:gd name="T65" fmla="*/ 871 h 943"/>
                <a:gd name="T66" fmla="*/ 365 w 589"/>
                <a:gd name="T67" fmla="*/ 871 h 943"/>
                <a:gd name="T68" fmla="*/ 372 w 589"/>
                <a:gd name="T69" fmla="*/ 821 h 943"/>
                <a:gd name="T70" fmla="*/ 380 w 589"/>
                <a:gd name="T71" fmla="*/ 776 h 943"/>
                <a:gd name="T72" fmla="*/ 380 w 589"/>
                <a:gd name="T73" fmla="*/ 726 h 943"/>
                <a:gd name="T74" fmla="*/ 380 w 589"/>
                <a:gd name="T75" fmla="*/ 681 h 943"/>
                <a:gd name="T76" fmla="*/ 372 w 589"/>
                <a:gd name="T77" fmla="*/ 635 h 943"/>
                <a:gd name="T78" fmla="*/ 365 w 589"/>
                <a:gd name="T79" fmla="*/ 593 h 943"/>
                <a:gd name="T80" fmla="*/ 353 w 589"/>
                <a:gd name="T81" fmla="*/ 547 h 943"/>
                <a:gd name="T82" fmla="*/ 342 w 589"/>
                <a:gd name="T83" fmla="*/ 506 h 943"/>
                <a:gd name="T84" fmla="*/ 308 w 589"/>
                <a:gd name="T85" fmla="*/ 426 h 943"/>
                <a:gd name="T86" fmla="*/ 270 w 589"/>
                <a:gd name="T87" fmla="*/ 350 h 943"/>
                <a:gd name="T88" fmla="*/ 224 w 589"/>
                <a:gd name="T89" fmla="*/ 281 h 943"/>
                <a:gd name="T90" fmla="*/ 182 w 589"/>
                <a:gd name="T91" fmla="*/ 217 h 943"/>
                <a:gd name="T92" fmla="*/ 137 w 589"/>
                <a:gd name="T93" fmla="*/ 160 h 943"/>
                <a:gd name="T94" fmla="*/ 95 w 589"/>
                <a:gd name="T95" fmla="*/ 110 h 943"/>
                <a:gd name="T96" fmla="*/ 30 w 589"/>
                <a:gd name="T97" fmla="*/ 38 h 943"/>
                <a:gd name="T98" fmla="*/ 11 w 589"/>
                <a:gd name="T99" fmla="*/ 15 h 943"/>
                <a:gd name="T100" fmla="*/ 0 w 589"/>
                <a:gd name="T101" fmla="*/ 4 h 943"/>
                <a:gd name="T102" fmla="*/ 4 w 589"/>
                <a:gd name="T103" fmla="*/ 0 h 943"/>
                <a:gd name="T104" fmla="*/ 7 w 589"/>
                <a:gd name="T105" fmla="*/ 0 h 943"/>
                <a:gd name="T106" fmla="*/ 26 w 589"/>
                <a:gd name="T107" fmla="*/ 8 h 943"/>
                <a:gd name="T108" fmla="*/ 26 w 589"/>
                <a:gd name="T109" fmla="*/ 8 h 9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589" h="943">
                  <a:moveTo>
                    <a:pt x="26" y="8"/>
                  </a:moveTo>
                  <a:lnTo>
                    <a:pt x="26" y="8"/>
                  </a:lnTo>
                  <a:lnTo>
                    <a:pt x="83" y="42"/>
                  </a:lnTo>
                  <a:lnTo>
                    <a:pt x="140" y="76"/>
                  </a:lnTo>
                  <a:lnTo>
                    <a:pt x="194" y="122"/>
                  </a:lnTo>
                  <a:lnTo>
                    <a:pt x="243" y="171"/>
                  </a:lnTo>
                  <a:lnTo>
                    <a:pt x="293" y="224"/>
                  </a:lnTo>
                  <a:lnTo>
                    <a:pt x="338" y="281"/>
                  </a:lnTo>
                  <a:lnTo>
                    <a:pt x="384" y="342"/>
                  </a:lnTo>
                  <a:lnTo>
                    <a:pt x="422" y="403"/>
                  </a:lnTo>
                  <a:lnTo>
                    <a:pt x="460" y="468"/>
                  </a:lnTo>
                  <a:lnTo>
                    <a:pt x="494" y="532"/>
                  </a:lnTo>
                  <a:lnTo>
                    <a:pt x="521" y="597"/>
                  </a:lnTo>
                  <a:lnTo>
                    <a:pt x="547" y="662"/>
                  </a:lnTo>
                  <a:lnTo>
                    <a:pt x="566" y="722"/>
                  </a:lnTo>
                  <a:lnTo>
                    <a:pt x="578" y="779"/>
                  </a:lnTo>
                  <a:lnTo>
                    <a:pt x="589" y="836"/>
                  </a:lnTo>
                  <a:lnTo>
                    <a:pt x="589" y="890"/>
                  </a:lnTo>
                  <a:lnTo>
                    <a:pt x="589" y="890"/>
                  </a:lnTo>
                  <a:lnTo>
                    <a:pt x="589" y="905"/>
                  </a:lnTo>
                  <a:lnTo>
                    <a:pt x="581" y="916"/>
                  </a:lnTo>
                  <a:lnTo>
                    <a:pt x="570" y="924"/>
                  </a:lnTo>
                  <a:lnTo>
                    <a:pt x="551" y="931"/>
                  </a:lnTo>
                  <a:lnTo>
                    <a:pt x="536" y="939"/>
                  </a:lnTo>
                  <a:lnTo>
                    <a:pt x="513" y="943"/>
                  </a:lnTo>
                  <a:lnTo>
                    <a:pt x="471" y="943"/>
                  </a:lnTo>
                  <a:lnTo>
                    <a:pt x="426" y="935"/>
                  </a:lnTo>
                  <a:lnTo>
                    <a:pt x="407" y="931"/>
                  </a:lnTo>
                  <a:lnTo>
                    <a:pt x="391" y="924"/>
                  </a:lnTo>
                  <a:lnTo>
                    <a:pt x="376" y="912"/>
                  </a:lnTo>
                  <a:lnTo>
                    <a:pt x="369" y="901"/>
                  </a:lnTo>
                  <a:lnTo>
                    <a:pt x="365" y="886"/>
                  </a:lnTo>
                  <a:lnTo>
                    <a:pt x="365" y="871"/>
                  </a:lnTo>
                  <a:lnTo>
                    <a:pt x="365" y="871"/>
                  </a:lnTo>
                  <a:lnTo>
                    <a:pt x="372" y="821"/>
                  </a:lnTo>
                  <a:lnTo>
                    <a:pt x="380" y="776"/>
                  </a:lnTo>
                  <a:lnTo>
                    <a:pt x="380" y="726"/>
                  </a:lnTo>
                  <a:lnTo>
                    <a:pt x="380" y="681"/>
                  </a:lnTo>
                  <a:lnTo>
                    <a:pt x="372" y="635"/>
                  </a:lnTo>
                  <a:lnTo>
                    <a:pt x="365" y="593"/>
                  </a:lnTo>
                  <a:lnTo>
                    <a:pt x="353" y="547"/>
                  </a:lnTo>
                  <a:lnTo>
                    <a:pt x="342" y="506"/>
                  </a:lnTo>
                  <a:lnTo>
                    <a:pt x="308" y="426"/>
                  </a:lnTo>
                  <a:lnTo>
                    <a:pt x="270" y="350"/>
                  </a:lnTo>
                  <a:lnTo>
                    <a:pt x="224" y="281"/>
                  </a:lnTo>
                  <a:lnTo>
                    <a:pt x="182" y="217"/>
                  </a:lnTo>
                  <a:lnTo>
                    <a:pt x="137" y="160"/>
                  </a:lnTo>
                  <a:lnTo>
                    <a:pt x="95" y="110"/>
                  </a:lnTo>
                  <a:lnTo>
                    <a:pt x="30" y="38"/>
                  </a:lnTo>
                  <a:lnTo>
                    <a:pt x="11" y="15"/>
                  </a:lnTo>
                  <a:lnTo>
                    <a:pt x="0" y="4"/>
                  </a:lnTo>
                  <a:lnTo>
                    <a:pt x="4" y="0"/>
                  </a:lnTo>
                  <a:lnTo>
                    <a:pt x="7" y="0"/>
                  </a:lnTo>
                  <a:lnTo>
                    <a:pt x="26" y="8"/>
                  </a:lnTo>
                  <a:lnTo>
                    <a:pt x="26" y="8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sz="1200"/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6266396" y="1521627"/>
              <a:ext cx="1638836" cy="135421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200" b="1" dirty="0"/>
                <a:t>Main Issue 3</a:t>
              </a:r>
              <a:br>
                <a:rPr lang="en-US" sz="1200" b="1" dirty="0"/>
              </a:br>
              <a:r>
                <a:rPr lang="en-US" sz="1200" dirty="0"/>
                <a:t>Factor</a:t>
              </a:r>
            </a:p>
            <a:p>
              <a:pPr algn="r"/>
              <a:r>
                <a:rPr lang="en-US" sz="1200" dirty="0"/>
                <a:t>Factor</a:t>
              </a:r>
            </a:p>
            <a:p>
              <a:pPr algn="r"/>
              <a:r>
                <a:rPr lang="en-US" sz="1200" dirty="0"/>
                <a:t>Factor</a:t>
              </a:r>
              <a:br>
                <a:rPr lang="en-US" sz="1200" dirty="0"/>
              </a:br>
              <a:endParaRPr lang="en-US" sz="1200" dirty="0"/>
            </a:p>
          </p:txBody>
        </p:sp>
      </p:grpSp>
      <p:grpSp>
        <p:nvGrpSpPr>
          <p:cNvPr id="24" name="Group 23"/>
          <p:cNvGrpSpPr/>
          <p:nvPr/>
        </p:nvGrpSpPr>
        <p:grpSpPr>
          <a:xfrm>
            <a:off x="3356725" y="3776463"/>
            <a:ext cx="2045795" cy="1221257"/>
            <a:chOff x="2304484" y="3693948"/>
            <a:chExt cx="2727726" cy="1628343"/>
          </a:xfrm>
        </p:grpSpPr>
        <p:sp>
          <p:nvSpPr>
            <p:cNvPr id="12" name="Freeform 13"/>
            <p:cNvSpPr>
              <a:spLocks/>
            </p:cNvSpPr>
            <p:nvPr/>
          </p:nvSpPr>
          <p:spPr bwMode="auto">
            <a:xfrm>
              <a:off x="4149959" y="3693948"/>
              <a:ext cx="882251" cy="1628343"/>
            </a:xfrm>
            <a:custGeom>
              <a:avLst/>
              <a:gdLst>
                <a:gd name="T0" fmla="*/ 19 w 635"/>
                <a:gd name="T1" fmla="*/ 601 h 605"/>
                <a:gd name="T2" fmla="*/ 19 w 635"/>
                <a:gd name="T3" fmla="*/ 601 h 605"/>
                <a:gd name="T4" fmla="*/ 68 w 635"/>
                <a:gd name="T5" fmla="*/ 594 h 605"/>
                <a:gd name="T6" fmla="*/ 118 w 635"/>
                <a:gd name="T7" fmla="*/ 575 h 605"/>
                <a:gd name="T8" fmla="*/ 167 w 635"/>
                <a:gd name="T9" fmla="*/ 556 h 605"/>
                <a:gd name="T10" fmla="*/ 217 w 635"/>
                <a:gd name="T11" fmla="*/ 529 h 605"/>
                <a:gd name="T12" fmla="*/ 266 w 635"/>
                <a:gd name="T13" fmla="*/ 502 h 605"/>
                <a:gd name="T14" fmla="*/ 312 w 635"/>
                <a:gd name="T15" fmla="*/ 468 h 605"/>
                <a:gd name="T16" fmla="*/ 357 w 635"/>
                <a:gd name="T17" fmla="*/ 434 h 605"/>
                <a:gd name="T18" fmla="*/ 403 w 635"/>
                <a:gd name="T19" fmla="*/ 396 h 605"/>
                <a:gd name="T20" fmla="*/ 441 w 635"/>
                <a:gd name="T21" fmla="*/ 354 h 605"/>
                <a:gd name="T22" fmla="*/ 483 w 635"/>
                <a:gd name="T23" fmla="*/ 316 h 605"/>
                <a:gd name="T24" fmla="*/ 517 w 635"/>
                <a:gd name="T25" fmla="*/ 274 h 605"/>
                <a:gd name="T26" fmla="*/ 547 w 635"/>
                <a:gd name="T27" fmla="*/ 232 h 605"/>
                <a:gd name="T28" fmla="*/ 578 w 635"/>
                <a:gd name="T29" fmla="*/ 191 h 605"/>
                <a:gd name="T30" fmla="*/ 600 w 635"/>
                <a:gd name="T31" fmla="*/ 149 h 605"/>
                <a:gd name="T32" fmla="*/ 619 w 635"/>
                <a:gd name="T33" fmla="*/ 107 h 605"/>
                <a:gd name="T34" fmla="*/ 631 w 635"/>
                <a:gd name="T35" fmla="*/ 73 h 605"/>
                <a:gd name="T36" fmla="*/ 631 w 635"/>
                <a:gd name="T37" fmla="*/ 73 h 605"/>
                <a:gd name="T38" fmla="*/ 635 w 635"/>
                <a:gd name="T39" fmla="*/ 61 h 605"/>
                <a:gd name="T40" fmla="*/ 631 w 635"/>
                <a:gd name="T41" fmla="*/ 50 h 605"/>
                <a:gd name="T42" fmla="*/ 623 w 635"/>
                <a:gd name="T43" fmla="*/ 38 h 605"/>
                <a:gd name="T44" fmla="*/ 612 w 635"/>
                <a:gd name="T45" fmla="*/ 31 h 605"/>
                <a:gd name="T46" fmla="*/ 585 w 635"/>
                <a:gd name="T47" fmla="*/ 12 h 605"/>
                <a:gd name="T48" fmla="*/ 555 w 635"/>
                <a:gd name="T49" fmla="*/ 4 h 605"/>
                <a:gd name="T50" fmla="*/ 521 w 635"/>
                <a:gd name="T51" fmla="*/ 0 h 605"/>
                <a:gd name="T52" fmla="*/ 490 w 635"/>
                <a:gd name="T53" fmla="*/ 0 h 605"/>
                <a:gd name="T54" fmla="*/ 479 w 635"/>
                <a:gd name="T55" fmla="*/ 8 h 605"/>
                <a:gd name="T56" fmla="*/ 467 w 635"/>
                <a:gd name="T57" fmla="*/ 12 h 605"/>
                <a:gd name="T58" fmla="*/ 464 w 635"/>
                <a:gd name="T59" fmla="*/ 23 h 605"/>
                <a:gd name="T60" fmla="*/ 460 w 635"/>
                <a:gd name="T61" fmla="*/ 35 h 605"/>
                <a:gd name="T62" fmla="*/ 460 w 635"/>
                <a:gd name="T63" fmla="*/ 35 h 605"/>
                <a:gd name="T64" fmla="*/ 456 w 635"/>
                <a:gd name="T65" fmla="*/ 73 h 605"/>
                <a:gd name="T66" fmla="*/ 448 w 635"/>
                <a:gd name="T67" fmla="*/ 111 h 605"/>
                <a:gd name="T68" fmla="*/ 441 w 635"/>
                <a:gd name="T69" fmla="*/ 145 h 605"/>
                <a:gd name="T70" fmla="*/ 429 w 635"/>
                <a:gd name="T71" fmla="*/ 179 h 605"/>
                <a:gd name="T72" fmla="*/ 414 w 635"/>
                <a:gd name="T73" fmla="*/ 213 h 605"/>
                <a:gd name="T74" fmla="*/ 399 w 635"/>
                <a:gd name="T75" fmla="*/ 244 h 605"/>
                <a:gd name="T76" fmla="*/ 361 w 635"/>
                <a:gd name="T77" fmla="*/ 301 h 605"/>
                <a:gd name="T78" fmla="*/ 319 w 635"/>
                <a:gd name="T79" fmla="*/ 354 h 605"/>
                <a:gd name="T80" fmla="*/ 274 w 635"/>
                <a:gd name="T81" fmla="*/ 403 h 605"/>
                <a:gd name="T82" fmla="*/ 228 w 635"/>
                <a:gd name="T83" fmla="*/ 445 h 605"/>
                <a:gd name="T84" fmla="*/ 179 w 635"/>
                <a:gd name="T85" fmla="*/ 483 h 605"/>
                <a:gd name="T86" fmla="*/ 133 w 635"/>
                <a:gd name="T87" fmla="*/ 514 h 605"/>
                <a:gd name="T88" fmla="*/ 91 w 635"/>
                <a:gd name="T89" fmla="*/ 540 h 605"/>
                <a:gd name="T90" fmla="*/ 27 w 635"/>
                <a:gd name="T91" fmla="*/ 582 h 605"/>
                <a:gd name="T92" fmla="*/ 8 w 635"/>
                <a:gd name="T93" fmla="*/ 594 h 605"/>
                <a:gd name="T94" fmla="*/ 0 w 635"/>
                <a:gd name="T95" fmla="*/ 601 h 605"/>
                <a:gd name="T96" fmla="*/ 0 w 635"/>
                <a:gd name="T97" fmla="*/ 605 h 605"/>
                <a:gd name="T98" fmla="*/ 4 w 635"/>
                <a:gd name="T99" fmla="*/ 605 h 605"/>
                <a:gd name="T100" fmla="*/ 19 w 635"/>
                <a:gd name="T101" fmla="*/ 601 h 605"/>
                <a:gd name="T102" fmla="*/ 19 w 635"/>
                <a:gd name="T103" fmla="*/ 601 h 6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635" h="605">
                  <a:moveTo>
                    <a:pt x="19" y="601"/>
                  </a:moveTo>
                  <a:lnTo>
                    <a:pt x="19" y="601"/>
                  </a:lnTo>
                  <a:lnTo>
                    <a:pt x="68" y="594"/>
                  </a:lnTo>
                  <a:lnTo>
                    <a:pt x="118" y="575"/>
                  </a:lnTo>
                  <a:lnTo>
                    <a:pt x="167" y="556"/>
                  </a:lnTo>
                  <a:lnTo>
                    <a:pt x="217" y="529"/>
                  </a:lnTo>
                  <a:lnTo>
                    <a:pt x="266" y="502"/>
                  </a:lnTo>
                  <a:lnTo>
                    <a:pt x="312" y="468"/>
                  </a:lnTo>
                  <a:lnTo>
                    <a:pt x="357" y="434"/>
                  </a:lnTo>
                  <a:lnTo>
                    <a:pt x="403" y="396"/>
                  </a:lnTo>
                  <a:lnTo>
                    <a:pt x="441" y="354"/>
                  </a:lnTo>
                  <a:lnTo>
                    <a:pt x="483" y="316"/>
                  </a:lnTo>
                  <a:lnTo>
                    <a:pt x="517" y="274"/>
                  </a:lnTo>
                  <a:lnTo>
                    <a:pt x="547" y="232"/>
                  </a:lnTo>
                  <a:lnTo>
                    <a:pt x="578" y="191"/>
                  </a:lnTo>
                  <a:lnTo>
                    <a:pt x="600" y="149"/>
                  </a:lnTo>
                  <a:lnTo>
                    <a:pt x="619" y="107"/>
                  </a:lnTo>
                  <a:lnTo>
                    <a:pt x="631" y="73"/>
                  </a:lnTo>
                  <a:lnTo>
                    <a:pt x="631" y="73"/>
                  </a:lnTo>
                  <a:lnTo>
                    <a:pt x="635" y="61"/>
                  </a:lnTo>
                  <a:lnTo>
                    <a:pt x="631" y="50"/>
                  </a:lnTo>
                  <a:lnTo>
                    <a:pt x="623" y="38"/>
                  </a:lnTo>
                  <a:lnTo>
                    <a:pt x="612" y="31"/>
                  </a:lnTo>
                  <a:lnTo>
                    <a:pt x="585" y="12"/>
                  </a:lnTo>
                  <a:lnTo>
                    <a:pt x="555" y="4"/>
                  </a:lnTo>
                  <a:lnTo>
                    <a:pt x="521" y="0"/>
                  </a:lnTo>
                  <a:lnTo>
                    <a:pt x="490" y="0"/>
                  </a:lnTo>
                  <a:lnTo>
                    <a:pt x="479" y="8"/>
                  </a:lnTo>
                  <a:lnTo>
                    <a:pt x="467" y="12"/>
                  </a:lnTo>
                  <a:lnTo>
                    <a:pt x="464" y="23"/>
                  </a:lnTo>
                  <a:lnTo>
                    <a:pt x="460" y="35"/>
                  </a:lnTo>
                  <a:lnTo>
                    <a:pt x="460" y="35"/>
                  </a:lnTo>
                  <a:lnTo>
                    <a:pt x="456" y="73"/>
                  </a:lnTo>
                  <a:lnTo>
                    <a:pt x="448" y="111"/>
                  </a:lnTo>
                  <a:lnTo>
                    <a:pt x="441" y="145"/>
                  </a:lnTo>
                  <a:lnTo>
                    <a:pt x="429" y="179"/>
                  </a:lnTo>
                  <a:lnTo>
                    <a:pt x="414" y="213"/>
                  </a:lnTo>
                  <a:lnTo>
                    <a:pt x="399" y="244"/>
                  </a:lnTo>
                  <a:lnTo>
                    <a:pt x="361" y="301"/>
                  </a:lnTo>
                  <a:lnTo>
                    <a:pt x="319" y="354"/>
                  </a:lnTo>
                  <a:lnTo>
                    <a:pt x="274" y="403"/>
                  </a:lnTo>
                  <a:lnTo>
                    <a:pt x="228" y="445"/>
                  </a:lnTo>
                  <a:lnTo>
                    <a:pt x="179" y="483"/>
                  </a:lnTo>
                  <a:lnTo>
                    <a:pt x="133" y="514"/>
                  </a:lnTo>
                  <a:lnTo>
                    <a:pt x="91" y="540"/>
                  </a:lnTo>
                  <a:lnTo>
                    <a:pt x="27" y="582"/>
                  </a:lnTo>
                  <a:lnTo>
                    <a:pt x="8" y="594"/>
                  </a:lnTo>
                  <a:lnTo>
                    <a:pt x="0" y="601"/>
                  </a:lnTo>
                  <a:lnTo>
                    <a:pt x="0" y="605"/>
                  </a:lnTo>
                  <a:lnTo>
                    <a:pt x="4" y="605"/>
                  </a:lnTo>
                  <a:lnTo>
                    <a:pt x="19" y="601"/>
                  </a:lnTo>
                  <a:lnTo>
                    <a:pt x="19" y="601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sz="1200"/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2304484" y="4061607"/>
              <a:ext cx="1784436" cy="110799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200" dirty="0"/>
                <a:t>Factor</a:t>
              </a:r>
            </a:p>
            <a:p>
              <a:pPr algn="r"/>
              <a:r>
                <a:rPr lang="en-US" sz="1200" dirty="0"/>
                <a:t>Factor</a:t>
              </a:r>
            </a:p>
            <a:p>
              <a:pPr algn="r"/>
              <a:r>
                <a:rPr lang="en-US" sz="1200" dirty="0"/>
                <a:t>Factor</a:t>
              </a:r>
              <a:br>
                <a:rPr lang="en-US" sz="1200" dirty="0"/>
              </a:br>
              <a:r>
                <a:rPr lang="en-US" sz="1200" b="1" dirty="0"/>
                <a:t>Main Issue 4</a:t>
              </a:r>
            </a:p>
          </p:txBody>
        </p:sp>
      </p:grpSp>
      <p:grpSp>
        <p:nvGrpSpPr>
          <p:cNvPr id="25" name="Group 24"/>
          <p:cNvGrpSpPr/>
          <p:nvPr/>
        </p:nvGrpSpPr>
        <p:grpSpPr>
          <a:xfrm>
            <a:off x="4937102" y="3657481"/>
            <a:ext cx="1776080" cy="1405154"/>
            <a:chOff x="4411655" y="3535307"/>
            <a:chExt cx="2368106" cy="1873539"/>
          </a:xfrm>
        </p:grpSpPr>
        <p:sp>
          <p:nvSpPr>
            <p:cNvPr id="11" name="Freeform 12"/>
            <p:cNvSpPr>
              <a:spLocks/>
            </p:cNvSpPr>
            <p:nvPr/>
          </p:nvSpPr>
          <p:spPr bwMode="auto">
            <a:xfrm>
              <a:off x="5882227" y="3535307"/>
              <a:ext cx="897534" cy="1873539"/>
            </a:xfrm>
            <a:custGeom>
              <a:avLst/>
              <a:gdLst>
                <a:gd name="T0" fmla="*/ 23 w 646"/>
                <a:gd name="T1" fmla="*/ 794 h 802"/>
                <a:gd name="T2" fmla="*/ 23 w 646"/>
                <a:gd name="T3" fmla="*/ 794 h 802"/>
                <a:gd name="T4" fmla="*/ 80 w 646"/>
                <a:gd name="T5" fmla="*/ 775 h 802"/>
                <a:gd name="T6" fmla="*/ 133 w 646"/>
                <a:gd name="T7" fmla="*/ 749 h 802"/>
                <a:gd name="T8" fmla="*/ 187 w 646"/>
                <a:gd name="T9" fmla="*/ 714 h 802"/>
                <a:gd name="T10" fmla="*/ 240 w 646"/>
                <a:gd name="T11" fmla="*/ 676 h 802"/>
                <a:gd name="T12" fmla="*/ 293 w 646"/>
                <a:gd name="T13" fmla="*/ 635 h 802"/>
                <a:gd name="T14" fmla="*/ 342 w 646"/>
                <a:gd name="T15" fmla="*/ 585 h 802"/>
                <a:gd name="T16" fmla="*/ 388 w 646"/>
                <a:gd name="T17" fmla="*/ 536 h 802"/>
                <a:gd name="T18" fmla="*/ 434 w 646"/>
                <a:gd name="T19" fmla="*/ 486 h 802"/>
                <a:gd name="T20" fmla="*/ 475 w 646"/>
                <a:gd name="T21" fmla="*/ 429 h 802"/>
                <a:gd name="T22" fmla="*/ 513 w 646"/>
                <a:gd name="T23" fmla="*/ 376 h 802"/>
                <a:gd name="T24" fmla="*/ 548 w 646"/>
                <a:gd name="T25" fmla="*/ 323 h 802"/>
                <a:gd name="T26" fmla="*/ 574 w 646"/>
                <a:gd name="T27" fmla="*/ 266 h 802"/>
                <a:gd name="T28" fmla="*/ 601 w 646"/>
                <a:gd name="T29" fmla="*/ 213 h 802"/>
                <a:gd name="T30" fmla="*/ 620 w 646"/>
                <a:gd name="T31" fmla="*/ 159 h 802"/>
                <a:gd name="T32" fmla="*/ 635 w 646"/>
                <a:gd name="T33" fmla="*/ 110 h 802"/>
                <a:gd name="T34" fmla="*/ 646 w 646"/>
                <a:gd name="T35" fmla="*/ 64 h 802"/>
                <a:gd name="T36" fmla="*/ 646 w 646"/>
                <a:gd name="T37" fmla="*/ 64 h 802"/>
                <a:gd name="T38" fmla="*/ 646 w 646"/>
                <a:gd name="T39" fmla="*/ 49 h 802"/>
                <a:gd name="T40" fmla="*/ 639 w 646"/>
                <a:gd name="T41" fmla="*/ 38 h 802"/>
                <a:gd name="T42" fmla="*/ 627 w 646"/>
                <a:gd name="T43" fmla="*/ 26 h 802"/>
                <a:gd name="T44" fmla="*/ 616 w 646"/>
                <a:gd name="T45" fmla="*/ 19 h 802"/>
                <a:gd name="T46" fmla="*/ 601 w 646"/>
                <a:gd name="T47" fmla="*/ 11 h 802"/>
                <a:gd name="T48" fmla="*/ 582 w 646"/>
                <a:gd name="T49" fmla="*/ 3 h 802"/>
                <a:gd name="T50" fmla="*/ 544 w 646"/>
                <a:gd name="T51" fmla="*/ 0 h 802"/>
                <a:gd name="T52" fmla="*/ 502 w 646"/>
                <a:gd name="T53" fmla="*/ 0 h 802"/>
                <a:gd name="T54" fmla="*/ 483 w 646"/>
                <a:gd name="T55" fmla="*/ 3 h 802"/>
                <a:gd name="T56" fmla="*/ 468 w 646"/>
                <a:gd name="T57" fmla="*/ 7 h 802"/>
                <a:gd name="T58" fmla="*/ 453 w 646"/>
                <a:gd name="T59" fmla="*/ 15 h 802"/>
                <a:gd name="T60" fmla="*/ 445 w 646"/>
                <a:gd name="T61" fmla="*/ 26 h 802"/>
                <a:gd name="T62" fmla="*/ 437 w 646"/>
                <a:gd name="T63" fmla="*/ 38 h 802"/>
                <a:gd name="T64" fmla="*/ 437 w 646"/>
                <a:gd name="T65" fmla="*/ 53 h 802"/>
                <a:gd name="T66" fmla="*/ 437 w 646"/>
                <a:gd name="T67" fmla="*/ 53 h 802"/>
                <a:gd name="T68" fmla="*/ 441 w 646"/>
                <a:gd name="T69" fmla="*/ 98 h 802"/>
                <a:gd name="T70" fmla="*/ 437 w 646"/>
                <a:gd name="T71" fmla="*/ 140 h 802"/>
                <a:gd name="T72" fmla="*/ 434 w 646"/>
                <a:gd name="T73" fmla="*/ 186 h 802"/>
                <a:gd name="T74" fmla="*/ 426 w 646"/>
                <a:gd name="T75" fmla="*/ 228 h 802"/>
                <a:gd name="T76" fmla="*/ 415 w 646"/>
                <a:gd name="T77" fmla="*/ 266 h 802"/>
                <a:gd name="T78" fmla="*/ 403 w 646"/>
                <a:gd name="T79" fmla="*/ 308 h 802"/>
                <a:gd name="T80" fmla="*/ 388 w 646"/>
                <a:gd name="T81" fmla="*/ 346 h 802"/>
                <a:gd name="T82" fmla="*/ 369 w 646"/>
                <a:gd name="T83" fmla="*/ 384 h 802"/>
                <a:gd name="T84" fmla="*/ 331 w 646"/>
                <a:gd name="T85" fmla="*/ 452 h 802"/>
                <a:gd name="T86" fmla="*/ 285 w 646"/>
                <a:gd name="T87" fmla="*/ 517 h 802"/>
                <a:gd name="T88" fmla="*/ 236 w 646"/>
                <a:gd name="T89" fmla="*/ 574 h 802"/>
                <a:gd name="T90" fmla="*/ 190 w 646"/>
                <a:gd name="T91" fmla="*/ 627 h 802"/>
                <a:gd name="T92" fmla="*/ 141 w 646"/>
                <a:gd name="T93" fmla="*/ 673 h 802"/>
                <a:gd name="T94" fmla="*/ 99 w 646"/>
                <a:gd name="T95" fmla="*/ 711 h 802"/>
                <a:gd name="T96" fmla="*/ 31 w 646"/>
                <a:gd name="T97" fmla="*/ 771 h 802"/>
                <a:gd name="T98" fmla="*/ 8 w 646"/>
                <a:gd name="T99" fmla="*/ 787 h 802"/>
                <a:gd name="T100" fmla="*/ 0 w 646"/>
                <a:gd name="T101" fmla="*/ 798 h 802"/>
                <a:gd name="T102" fmla="*/ 0 w 646"/>
                <a:gd name="T103" fmla="*/ 802 h 802"/>
                <a:gd name="T104" fmla="*/ 4 w 646"/>
                <a:gd name="T105" fmla="*/ 802 h 802"/>
                <a:gd name="T106" fmla="*/ 23 w 646"/>
                <a:gd name="T107" fmla="*/ 794 h 802"/>
                <a:gd name="T108" fmla="*/ 23 w 646"/>
                <a:gd name="T109" fmla="*/ 794 h 8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646" h="802">
                  <a:moveTo>
                    <a:pt x="23" y="794"/>
                  </a:moveTo>
                  <a:lnTo>
                    <a:pt x="23" y="794"/>
                  </a:lnTo>
                  <a:lnTo>
                    <a:pt x="80" y="775"/>
                  </a:lnTo>
                  <a:lnTo>
                    <a:pt x="133" y="749"/>
                  </a:lnTo>
                  <a:lnTo>
                    <a:pt x="187" y="714"/>
                  </a:lnTo>
                  <a:lnTo>
                    <a:pt x="240" y="676"/>
                  </a:lnTo>
                  <a:lnTo>
                    <a:pt x="293" y="635"/>
                  </a:lnTo>
                  <a:lnTo>
                    <a:pt x="342" y="585"/>
                  </a:lnTo>
                  <a:lnTo>
                    <a:pt x="388" y="536"/>
                  </a:lnTo>
                  <a:lnTo>
                    <a:pt x="434" y="486"/>
                  </a:lnTo>
                  <a:lnTo>
                    <a:pt x="475" y="429"/>
                  </a:lnTo>
                  <a:lnTo>
                    <a:pt x="513" y="376"/>
                  </a:lnTo>
                  <a:lnTo>
                    <a:pt x="548" y="323"/>
                  </a:lnTo>
                  <a:lnTo>
                    <a:pt x="574" y="266"/>
                  </a:lnTo>
                  <a:lnTo>
                    <a:pt x="601" y="213"/>
                  </a:lnTo>
                  <a:lnTo>
                    <a:pt x="620" y="159"/>
                  </a:lnTo>
                  <a:lnTo>
                    <a:pt x="635" y="110"/>
                  </a:lnTo>
                  <a:lnTo>
                    <a:pt x="646" y="64"/>
                  </a:lnTo>
                  <a:lnTo>
                    <a:pt x="646" y="64"/>
                  </a:lnTo>
                  <a:lnTo>
                    <a:pt x="646" y="49"/>
                  </a:lnTo>
                  <a:lnTo>
                    <a:pt x="639" y="38"/>
                  </a:lnTo>
                  <a:lnTo>
                    <a:pt x="627" y="26"/>
                  </a:lnTo>
                  <a:lnTo>
                    <a:pt x="616" y="19"/>
                  </a:lnTo>
                  <a:lnTo>
                    <a:pt x="601" y="11"/>
                  </a:lnTo>
                  <a:lnTo>
                    <a:pt x="582" y="3"/>
                  </a:lnTo>
                  <a:lnTo>
                    <a:pt x="544" y="0"/>
                  </a:lnTo>
                  <a:lnTo>
                    <a:pt x="502" y="0"/>
                  </a:lnTo>
                  <a:lnTo>
                    <a:pt x="483" y="3"/>
                  </a:lnTo>
                  <a:lnTo>
                    <a:pt x="468" y="7"/>
                  </a:lnTo>
                  <a:lnTo>
                    <a:pt x="453" y="15"/>
                  </a:lnTo>
                  <a:lnTo>
                    <a:pt x="445" y="26"/>
                  </a:lnTo>
                  <a:lnTo>
                    <a:pt x="437" y="38"/>
                  </a:lnTo>
                  <a:lnTo>
                    <a:pt x="437" y="53"/>
                  </a:lnTo>
                  <a:lnTo>
                    <a:pt x="437" y="53"/>
                  </a:lnTo>
                  <a:lnTo>
                    <a:pt x="441" y="98"/>
                  </a:lnTo>
                  <a:lnTo>
                    <a:pt x="437" y="140"/>
                  </a:lnTo>
                  <a:lnTo>
                    <a:pt x="434" y="186"/>
                  </a:lnTo>
                  <a:lnTo>
                    <a:pt x="426" y="228"/>
                  </a:lnTo>
                  <a:lnTo>
                    <a:pt x="415" y="266"/>
                  </a:lnTo>
                  <a:lnTo>
                    <a:pt x="403" y="308"/>
                  </a:lnTo>
                  <a:lnTo>
                    <a:pt x="388" y="346"/>
                  </a:lnTo>
                  <a:lnTo>
                    <a:pt x="369" y="384"/>
                  </a:lnTo>
                  <a:lnTo>
                    <a:pt x="331" y="452"/>
                  </a:lnTo>
                  <a:lnTo>
                    <a:pt x="285" y="517"/>
                  </a:lnTo>
                  <a:lnTo>
                    <a:pt x="236" y="574"/>
                  </a:lnTo>
                  <a:lnTo>
                    <a:pt x="190" y="627"/>
                  </a:lnTo>
                  <a:lnTo>
                    <a:pt x="141" y="673"/>
                  </a:lnTo>
                  <a:lnTo>
                    <a:pt x="99" y="711"/>
                  </a:lnTo>
                  <a:lnTo>
                    <a:pt x="31" y="771"/>
                  </a:lnTo>
                  <a:lnTo>
                    <a:pt x="8" y="787"/>
                  </a:lnTo>
                  <a:lnTo>
                    <a:pt x="0" y="798"/>
                  </a:lnTo>
                  <a:lnTo>
                    <a:pt x="0" y="802"/>
                  </a:lnTo>
                  <a:lnTo>
                    <a:pt x="4" y="802"/>
                  </a:lnTo>
                  <a:lnTo>
                    <a:pt x="23" y="794"/>
                  </a:lnTo>
                  <a:lnTo>
                    <a:pt x="23" y="794"/>
                  </a:lnTo>
                  <a:close/>
                </a:path>
              </a:pathLst>
            </a:custGeom>
            <a:solidFill>
              <a:schemeClr val="bg2">
                <a:lumMod val="25000"/>
              </a:schemeClr>
            </a:solidFill>
            <a:ln>
              <a:noFill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sz="1200"/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4411655" y="3822396"/>
              <a:ext cx="1654840" cy="13542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br>
                <a:rPr lang="en-US" sz="1200" b="1" dirty="0"/>
              </a:br>
              <a:r>
                <a:rPr lang="en-US" sz="1200" dirty="0"/>
                <a:t>Factor</a:t>
              </a:r>
            </a:p>
            <a:p>
              <a:pPr algn="r"/>
              <a:r>
                <a:rPr lang="en-US" sz="1200" dirty="0"/>
                <a:t>Factor</a:t>
              </a:r>
            </a:p>
            <a:p>
              <a:pPr algn="r"/>
              <a:r>
                <a:rPr lang="en-US" sz="1200" dirty="0"/>
                <a:t>Factor</a:t>
              </a:r>
              <a:br>
                <a:rPr lang="en-US" sz="1200" dirty="0"/>
              </a:br>
              <a:r>
                <a:rPr lang="en-US" sz="1200" b="1" dirty="0"/>
                <a:t>Main Issue 5</a:t>
              </a:r>
            </a:p>
          </p:txBody>
        </p:sp>
      </p:grpSp>
      <p:grpSp>
        <p:nvGrpSpPr>
          <p:cNvPr id="26" name="Group 25"/>
          <p:cNvGrpSpPr/>
          <p:nvPr/>
        </p:nvGrpSpPr>
        <p:grpSpPr>
          <a:xfrm>
            <a:off x="6333977" y="3739867"/>
            <a:ext cx="1731352" cy="1322769"/>
            <a:chOff x="6274154" y="3645154"/>
            <a:chExt cx="2308469" cy="1763692"/>
          </a:xfrm>
        </p:grpSpPr>
        <p:sp>
          <p:nvSpPr>
            <p:cNvPr id="10" name="Freeform 11"/>
            <p:cNvSpPr>
              <a:spLocks/>
            </p:cNvSpPr>
            <p:nvPr/>
          </p:nvSpPr>
          <p:spPr bwMode="auto">
            <a:xfrm>
              <a:off x="7764283" y="3645154"/>
              <a:ext cx="818340" cy="1763692"/>
            </a:xfrm>
            <a:custGeom>
              <a:avLst/>
              <a:gdLst>
                <a:gd name="T0" fmla="*/ 26 w 589"/>
                <a:gd name="T1" fmla="*/ 936 h 943"/>
                <a:gd name="T2" fmla="*/ 26 w 589"/>
                <a:gd name="T3" fmla="*/ 936 h 943"/>
                <a:gd name="T4" fmla="*/ 83 w 589"/>
                <a:gd name="T5" fmla="*/ 905 h 943"/>
                <a:gd name="T6" fmla="*/ 140 w 589"/>
                <a:gd name="T7" fmla="*/ 867 h 943"/>
                <a:gd name="T8" fmla="*/ 194 w 589"/>
                <a:gd name="T9" fmla="*/ 821 h 943"/>
                <a:gd name="T10" fmla="*/ 243 w 589"/>
                <a:gd name="T11" fmla="*/ 776 h 943"/>
                <a:gd name="T12" fmla="*/ 293 w 589"/>
                <a:gd name="T13" fmla="*/ 719 h 943"/>
                <a:gd name="T14" fmla="*/ 338 w 589"/>
                <a:gd name="T15" fmla="*/ 662 h 943"/>
                <a:gd name="T16" fmla="*/ 384 w 589"/>
                <a:gd name="T17" fmla="*/ 601 h 943"/>
                <a:gd name="T18" fmla="*/ 422 w 589"/>
                <a:gd name="T19" fmla="*/ 540 h 943"/>
                <a:gd name="T20" fmla="*/ 460 w 589"/>
                <a:gd name="T21" fmla="*/ 475 h 943"/>
                <a:gd name="T22" fmla="*/ 494 w 589"/>
                <a:gd name="T23" fmla="*/ 411 h 943"/>
                <a:gd name="T24" fmla="*/ 521 w 589"/>
                <a:gd name="T25" fmla="*/ 346 h 943"/>
                <a:gd name="T26" fmla="*/ 547 w 589"/>
                <a:gd name="T27" fmla="*/ 285 h 943"/>
                <a:gd name="T28" fmla="*/ 566 w 589"/>
                <a:gd name="T29" fmla="*/ 221 h 943"/>
                <a:gd name="T30" fmla="*/ 578 w 589"/>
                <a:gd name="T31" fmla="*/ 164 h 943"/>
                <a:gd name="T32" fmla="*/ 589 w 589"/>
                <a:gd name="T33" fmla="*/ 107 h 943"/>
                <a:gd name="T34" fmla="*/ 589 w 589"/>
                <a:gd name="T35" fmla="*/ 57 h 943"/>
                <a:gd name="T36" fmla="*/ 589 w 589"/>
                <a:gd name="T37" fmla="*/ 57 h 943"/>
                <a:gd name="T38" fmla="*/ 589 w 589"/>
                <a:gd name="T39" fmla="*/ 42 h 943"/>
                <a:gd name="T40" fmla="*/ 581 w 589"/>
                <a:gd name="T41" fmla="*/ 31 h 943"/>
                <a:gd name="T42" fmla="*/ 570 w 589"/>
                <a:gd name="T43" fmla="*/ 19 h 943"/>
                <a:gd name="T44" fmla="*/ 551 w 589"/>
                <a:gd name="T45" fmla="*/ 12 h 943"/>
                <a:gd name="T46" fmla="*/ 536 w 589"/>
                <a:gd name="T47" fmla="*/ 4 h 943"/>
                <a:gd name="T48" fmla="*/ 513 w 589"/>
                <a:gd name="T49" fmla="*/ 0 h 943"/>
                <a:gd name="T50" fmla="*/ 471 w 589"/>
                <a:gd name="T51" fmla="*/ 0 h 943"/>
                <a:gd name="T52" fmla="*/ 426 w 589"/>
                <a:gd name="T53" fmla="*/ 8 h 943"/>
                <a:gd name="T54" fmla="*/ 407 w 589"/>
                <a:gd name="T55" fmla="*/ 15 h 943"/>
                <a:gd name="T56" fmla="*/ 391 w 589"/>
                <a:gd name="T57" fmla="*/ 23 h 943"/>
                <a:gd name="T58" fmla="*/ 376 w 589"/>
                <a:gd name="T59" fmla="*/ 31 h 943"/>
                <a:gd name="T60" fmla="*/ 369 w 589"/>
                <a:gd name="T61" fmla="*/ 46 h 943"/>
                <a:gd name="T62" fmla="*/ 365 w 589"/>
                <a:gd name="T63" fmla="*/ 57 h 943"/>
                <a:gd name="T64" fmla="*/ 365 w 589"/>
                <a:gd name="T65" fmla="*/ 72 h 943"/>
                <a:gd name="T66" fmla="*/ 365 w 589"/>
                <a:gd name="T67" fmla="*/ 72 h 943"/>
                <a:gd name="T68" fmla="*/ 372 w 589"/>
                <a:gd name="T69" fmla="*/ 122 h 943"/>
                <a:gd name="T70" fmla="*/ 380 w 589"/>
                <a:gd name="T71" fmla="*/ 171 h 943"/>
                <a:gd name="T72" fmla="*/ 380 w 589"/>
                <a:gd name="T73" fmla="*/ 217 h 943"/>
                <a:gd name="T74" fmla="*/ 380 w 589"/>
                <a:gd name="T75" fmla="*/ 263 h 943"/>
                <a:gd name="T76" fmla="*/ 372 w 589"/>
                <a:gd name="T77" fmla="*/ 308 h 943"/>
                <a:gd name="T78" fmla="*/ 365 w 589"/>
                <a:gd name="T79" fmla="*/ 354 h 943"/>
                <a:gd name="T80" fmla="*/ 353 w 589"/>
                <a:gd name="T81" fmla="*/ 396 h 943"/>
                <a:gd name="T82" fmla="*/ 342 w 589"/>
                <a:gd name="T83" fmla="*/ 437 h 943"/>
                <a:gd name="T84" fmla="*/ 308 w 589"/>
                <a:gd name="T85" fmla="*/ 521 h 943"/>
                <a:gd name="T86" fmla="*/ 270 w 589"/>
                <a:gd name="T87" fmla="*/ 593 h 943"/>
                <a:gd name="T88" fmla="*/ 224 w 589"/>
                <a:gd name="T89" fmla="*/ 666 h 943"/>
                <a:gd name="T90" fmla="*/ 182 w 589"/>
                <a:gd name="T91" fmla="*/ 726 h 943"/>
                <a:gd name="T92" fmla="*/ 137 w 589"/>
                <a:gd name="T93" fmla="*/ 783 h 943"/>
                <a:gd name="T94" fmla="*/ 95 w 589"/>
                <a:gd name="T95" fmla="*/ 833 h 943"/>
                <a:gd name="T96" fmla="*/ 30 w 589"/>
                <a:gd name="T97" fmla="*/ 905 h 943"/>
                <a:gd name="T98" fmla="*/ 11 w 589"/>
                <a:gd name="T99" fmla="*/ 928 h 943"/>
                <a:gd name="T100" fmla="*/ 0 w 589"/>
                <a:gd name="T101" fmla="*/ 943 h 943"/>
                <a:gd name="T102" fmla="*/ 4 w 589"/>
                <a:gd name="T103" fmla="*/ 943 h 943"/>
                <a:gd name="T104" fmla="*/ 7 w 589"/>
                <a:gd name="T105" fmla="*/ 943 h 943"/>
                <a:gd name="T106" fmla="*/ 26 w 589"/>
                <a:gd name="T107" fmla="*/ 936 h 943"/>
                <a:gd name="T108" fmla="*/ 26 w 589"/>
                <a:gd name="T109" fmla="*/ 936 h 9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589" h="943">
                  <a:moveTo>
                    <a:pt x="26" y="936"/>
                  </a:moveTo>
                  <a:lnTo>
                    <a:pt x="26" y="936"/>
                  </a:lnTo>
                  <a:lnTo>
                    <a:pt x="83" y="905"/>
                  </a:lnTo>
                  <a:lnTo>
                    <a:pt x="140" y="867"/>
                  </a:lnTo>
                  <a:lnTo>
                    <a:pt x="194" y="821"/>
                  </a:lnTo>
                  <a:lnTo>
                    <a:pt x="243" y="776"/>
                  </a:lnTo>
                  <a:lnTo>
                    <a:pt x="293" y="719"/>
                  </a:lnTo>
                  <a:lnTo>
                    <a:pt x="338" y="662"/>
                  </a:lnTo>
                  <a:lnTo>
                    <a:pt x="384" y="601"/>
                  </a:lnTo>
                  <a:lnTo>
                    <a:pt x="422" y="540"/>
                  </a:lnTo>
                  <a:lnTo>
                    <a:pt x="460" y="475"/>
                  </a:lnTo>
                  <a:lnTo>
                    <a:pt x="494" y="411"/>
                  </a:lnTo>
                  <a:lnTo>
                    <a:pt x="521" y="346"/>
                  </a:lnTo>
                  <a:lnTo>
                    <a:pt x="547" y="285"/>
                  </a:lnTo>
                  <a:lnTo>
                    <a:pt x="566" y="221"/>
                  </a:lnTo>
                  <a:lnTo>
                    <a:pt x="578" y="164"/>
                  </a:lnTo>
                  <a:lnTo>
                    <a:pt x="589" y="107"/>
                  </a:lnTo>
                  <a:lnTo>
                    <a:pt x="589" y="57"/>
                  </a:lnTo>
                  <a:lnTo>
                    <a:pt x="589" y="57"/>
                  </a:lnTo>
                  <a:lnTo>
                    <a:pt x="589" y="42"/>
                  </a:lnTo>
                  <a:lnTo>
                    <a:pt x="581" y="31"/>
                  </a:lnTo>
                  <a:lnTo>
                    <a:pt x="570" y="19"/>
                  </a:lnTo>
                  <a:lnTo>
                    <a:pt x="551" y="12"/>
                  </a:lnTo>
                  <a:lnTo>
                    <a:pt x="536" y="4"/>
                  </a:lnTo>
                  <a:lnTo>
                    <a:pt x="513" y="0"/>
                  </a:lnTo>
                  <a:lnTo>
                    <a:pt x="471" y="0"/>
                  </a:lnTo>
                  <a:lnTo>
                    <a:pt x="426" y="8"/>
                  </a:lnTo>
                  <a:lnTo>
                    <a:pt x="407" y="15"/>
                  </a:lnTo>
                  <a:lnTo>
                    <a:pt x="391" y="23"/>
                  </a:lnTo>
                  <a:lnTo>
                    <a:pt x="376" y="31"/>
                  </a:lnTo>
                  <a:lnTo>
                    <a:pt x="369" y="46"/>
                  </a:lnTo>
                  <a:lnTo>
                    <a:pt x="365" y="57"/>
                  </a:lnTo>
                  <a:lnTo>
                    <a:pt x="365" y="72"/>
                  </a:lnTo>
                  <a:lnTo>
                    <a:pt x="365" y="72"/>
                  </a:lnTo>
                  <a:lnTo>
                    <a:pt x="372" y="122"/>
                  </a:lnTo>
                  <a:lnTo>
                    <a:pt x="380" y="171"/>
                  </a:lnTo>
                  <a:lnTo>
                    <a:pt x="380" y="217"/>
                  </a:lnTo>
                  <a:lnTo>
                    <a:pt x="380" y="263"/>
                  </a:lnTo>
                  <a:lnTo>
                    <a:pt x="372" y="308"/>
                  </a:lnTo>
                  <a:lnTo>
                    <a:pt x="365" y="354"/>
                  </a:lnTo>
                  <a:lnTo>
                    <a:pt x="353" y="396"/>
                  </a:lnTo>
                  <a:lnTo>
                    <a:pt x="342" y="437"/>
                  </a:lnTo>
                  <a:lnTo>
                    <a:pt x="308" y="521"/>
                  </a:lnTo>
                  <a:lnTo>
                    <a:pt x="270" y="593"/>
                  </a:lnTo>
                  <a:lnTo>
                    <a:pt x="224" y="666"/>
                  </a:lnTo>
                  <a:lnTo>
                    <a:pt x="182" y="726"/>
                  </a:lnTo>
                  <a:lnTo>
                    <a:pt x="137" y="783"/>
                  </a:lnTo>
                  <a:lnTo>
                    <a:pt x="95" y="833"/>
                  </a:lnTo>
                  <a:lnTo>
                    <a:pt x="30" y="905"/>
                  </a:lnTo>
                  <a:lnTo>
                    <a:pt x="11" y="928"/>
                  </a:lnTo>
                  <a:lnTo>
                    <a:pt x="0" y="943"/>
                  </a:lnTo>
                  <a:lnTo>
                    <a:pt x="4" y="943"/>
                  </a:lnTo>
                  <a:lnTo>
                    <a:pt x="7" y="943"/>
                  </a:lnTo>
                  <a:lnTo>
                    <a:pt x="26" y="936"/>
                  </a:lnTo>
                  <a:lnTo>
                    <a:pt x="26" y="93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sz="1200"/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6274154" y="4068617"/>
              <a:ext cx="1602102" cy="110799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200" dirty="0"/>
                <a:t>Factor</a:t>
              </a:r>
            </a:p>
            <a:p>
              <a:pPr algn="r"/>
              <a:r>
                <a:rPr lang="en-US" sz="1200" dirty="0"/>
                <a:t>Factor</a:t>
              </a:r>
            </a:p>
            <a:p>
              <a:pPr algn="r"/>
              <a:r>
                <a:rPr lang="en-US" sz="1200" dirty="0"/>
                <a:t>Factor</a:t>
              </a:r>
              <a:br>
                <a:rPr lang="en-US" sz="1200" dirty="0"/>
              </a:br>
              <a:r>
                <a:rPr lang="en-US" sz="1200" b="1" dirty="0"/>
                <a:t>Main Issue 6</a:t>
              </a:r>
            </a:p>
          </p:txBody>
        </p:sp>
      </p:grpSp>
      <p:grpSp>
        <p:nvGrpSpPr>
          <p:cNvPr id="28" name="Group 27"/>
          <p:cNvGrpSpPr/>
          <p:nvPr/>
        </p:nvGrpSpPr>
        <p:grpSpPr>
          <a:xfrm>
            <a:off x="8281712" y="3143306"/>
            <a:ext cx="1302536" cy="1193123"/>
            <a:chOff x="9010283" y="2601260"/>
            <a:chExt cx="1736714" cy="1590830"/>
          </a:xfrm>
        </p:grpSpPr>
        <p:sp>
          <p:nvSpPr>
            <p:cNvPr id="4" name="Freeform 5"/>
            <p:cNvSpPr>
              <a:spLocks noEditPoints="1"/>
            </p:cNvSpPr>
            <p:nvPr/>
          </p:nvSpPr>
          <p:spPr bwMode="auto">
            <a:xfrm>
              <a:off x="9010283" y="2601260"/>
              <a:ext cx="1736714" cy="1590830"/>
            </a:xfrm>
            <a:custGeom>
              <a:avLst/>
              <a:gdLst>
                <a:gd name="T0" fmla="*/ 1197 w 1250"/>
                <a:gd name="T1" fmla="*/ 536 h 1145"/>
                <a:gd name="T2" fmla="*/ 1246 w 1250"/>
                <a:gd name="T3" fmla="*/ 495 h 1145"/>
                <a:gd name="T4" fmla="*/ 1246 w 1250"/>
                <a:gd name="T5" fmla="*/ 460 h 1145"/>
                <a:gd name="T6" fmla="*/ 1208 w 1250"/>
                <a:gd name="T7" fmla="*/ 415 h 1145"/>
                <a:gd name="T8" fmla="*/ 1075 w 1250"/>
                <a:gd name="T9" fmla="*/ 312 h 1145"/>
                <a:gd name="T10" fmla="*/ 851 w 1250"/>
                <a:gd name="T11" fmla="*/ 190 h 1145"/>
                <a:gd name="T12" fmla="*/ 634 w 1250"/>
                <a:gd name="T13" fmla="*/ 103 h 1145"/>
                <a:gd name="T14" fmla="*/ 342 w 1250"/>
                <a:gd name="T15" fmla="*/ 23 h 1145"/>
                <a:gd name="T16" fmla="*/ 212 w 1250"/>
                <a:gd name="T17" fmla="*/ 0 h 1145"/>
                <a:gd name="T18" fmla="*/ 167 w 1250"/>
                <a:gd name="T19" fmla="*/ 35 h 1145"/>
                <a:gd name="T20" fmla="*/ 102 w 1250"/>
                <a:gd name="T21" fmla="*/ 145 h 1145"/>
                <a:gd name="T22" fmla="*/ 22 w 1250"/>
                <a:gd name="T23" fmla="*/ 400 h 1145"/>
                <a:gd name="T24" fmla="*/ 0 w 1250"/>
                <a:gd name="T25" fmla="*/ 647 h 1145"/>
                <a:gd name="T26" fmla="*/ 11 w 1250"/>
                <a:gd name="T27" fmla="*/ 795 h 1145"/>
                <a:gd name="T28" fmla="*/ 53 w 1250"/>
                <a:gd name="T29" fmla="*/ 928 h 1145"/>
                <a:gd name="T30" fmla="*/ 129 w 1250"/>
                <a:gd name="T31" fmla="*/ 1035 h 1145"/>
                <a:gd name="T32" fmla="*/ 239 w 1250"/>
                <a:gd name="T33" fmla="*/ 1114 h 1145"/>
                <a:gd name="T34" fmla="*/ 323 w 1250"/>
                <a:gd name="T35" fmla="*/ 1137 h 1145"/>
                <a:gd name="T36" fmla="*/ 475 w 1250"/>
                <a:gd name="T37" fmla="*/ 1145 h 1145"/>
                <a:gd name="T38" fmla="*/ 661 w 1250"/>
                <a:gd name="T39" fmla="*/ 1118 h 1145"/>
                <a:gd name="T40" fmla="*/ 855 w 1250"/>
                <a:gd name="T41" fmla="*/ 1061 h 1145"/>
                <a:gd name="T42" fmla="*/ 1033 w 1250"/>
                <a:gd name="T43" fmla="*/ 966 h 1145"/>
                <a:gd name="T44" fmla="*/ 1170 w 1250"/>
                <a:gd name="T45" fmla="*/ 829 h 1145"/>
                <a:gd name="T46" fmla="*/ 1189 w 1250"/>
                <a:gd name="T47" fmla="*/ 791 h 1145"/>
                <a:gd name="T48" fmla="*/ 1185 w 1250"/>
                <a:gd name="T49" fmla="*/ 768 h 1145"/>
                <a:gd name="T50" fmla="*/ 1125 w 1250"/>
                <a:gd name="T51" fmla="*/ 746 h 1145"/>
                <a:gd name="T52" fmla="*/ 919 w 1250"/>
                <a:gd name="T53" fmla="*/ 765 h 1145"/>
                <a:gd name="T54" fmla="*/ 900 w 1250"/>
                <a:gd name="T55" fmla="*/ 749 h 1145"/>
                <a:gd name="T56" fmla="*/ 1007 w 1250"/>
                <a:gd name="T57" fmla="*/ 643 h 1145"/>
                <a:gd name="T58" fmla="*/ 1113 w 1250"/>
                <a:gd name="T59" fmla="*/ 574 h 1145"/>
                <a:gd name="T60" fmla="*/ 349 w 1250"/>
                <a:gd name="T61" fmla="*/ 464 h 1145"/>
                <a:gd name="T62" fmla="*/ 285 w 1250"/>
                <a:gd name="T63" fmla="*/ 445 h 1145"/>
                <a:gd name="T64" fmla="*/ 243 w 1250"/>
                <a:gd name="T65" fmla="*/ 392 h 1145"/>
                <a:gd name="T66" fmla="*/ 235 w 1250"/>
                <a:gd name="T67" fmla="*/ 350 h 1145"/>
                <a:gd name="T68" fmla="*/ 254 w 1250"/>
                <a:gd name="T69" fmla="*/ 282 h 1145"/>
                <a:gd name="T70" fmla="*/ 304 w 1250"/>
                <a:gd name="T71" fmla="*/ 240 h 1145"/>
                <a:gd name="T72" fmla="*/ 349 w 1250"/>
                <a:gd name="T73" fmla="*/ 232 h 1145"/>
                <a:gd name="T74" fmla="*/ 414 w 1250"/>
                <a:gd name="T75" fmla="*/ 251 h 1145"/>
                <a:gd name="T76" fmla="*/ 456 w 1250"/>
                <a:gd name="T77" fmla="*/ 305 h 1145"/>
                <a:gd name="T78" fmla="*/ 467 w 1250"/>
                <a:gd name="T79" fmla="*/ 350 h 1145"/>
                <a:gd name="T80" fmla="*/ 448 w 1250"/>
                <a:gd name="T81" fmla="*/ 415 h 1145"/>
                <a:gd name="T82" fmla="*/ 395 w 1250"/>
                <a:gd name="T83" fmla="*/ 457 h 1145"/>
                <a:gd name="T84" fmla="*/ 349 w 1250"/>
                <a:gd name="T85" fmla="*/ 464 h 11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250" h="1145">
                  <a:moveTo>
                    <a:pt x="1113" y="574"/>
                  </a:moveTo>
                  <a:lnTo>
                    <a:pt x="1113" y="574"/>
                  </a:lnTo>
                  <a:lnTo>
                    <a:pt x="1197" y="536"/>
                  </a:lnTo>
                  <a:lnTo>
                    <a:pt x="1227" y="517"/>
                  </a:lnTo>
                  <a:lnTo>
                    <a:pt x="1239" y="506"/>
                  </a:lnTo>
                  <a:lnTo>
                    <a:pt x="1246" y="495"/>
                  </a:lnTo>
                  <a:lnTo>
                    <a:pt x="1250" y="487"/>
                  </a:lnTo>
                  <a:lnTo>
                    <a:pt x="1250" y="472"/>
                  </a:lnTo>
                  <a:lnTo>
                    <a:pt x="1246" y="460"/>
                  </a:lnTo>
                  <a:lnTo>
                    <a:pt x="1239" y="445"/>
                  </a:lnTo>
                  <a:lnTo>
                    <a:pt x="1227" y="430"/>
                  </a:lnTo>
                  <a:lnTo>
                    <a:pt x="1208" y="415"/>
                  </a:lnTo>
                  <a:lnTo>
                    <a:pt x="1155" y="373"/>
                  </a:lnTo>
                  <a:lnTo>
                    <a:pt x="1155" y="373"/>
                  </a:lnTo>
                  <a:lnTo>
                    <a:pt x="1075" y="312"/>
                  </a:lnTo>
                  <a:lnTo>
                    <a:pt x="1003" y="266"/>
                  </a:lnTo>
                  <a:lnTo>
                    <a:pt x="908" y="217"/>
                  </a:lnTo>
                  <a:lnTo>
                    <a:pt x="851" y="190"/>
                  </a:lnTo>
                  <a:lnTo>
                    <a:pt x="786" y="160"/>
                  </a:lnTo>
                  <a:lnTo>
                    <a:pt x="714" y="133"/>
                  </a:lnTo>
                  <a:lnTo>
                    <a:pt x="634" y="103"/>
                  </a:lnTo>
                  <a:lnTo>
                    <a:pt x="543" y="76"/>
                  </a:lnTo>
                  <a:lnTo>
                    <a:pt x="448" y="50"/>
                  </a:lnTo>
                  <a:lnTo>
                    <a:pt x="342" y="23"/>
                  </a:lnTo>
                  <a:lnTo>
                    <a:pt x="228" y="0"/>
                  </a:lnTo>
                  <a:lnTo>
                    <a:pt x="228" y="0"/>
                  </a:lnTo>
                  <a:lnTo>
                    <a:pt x="212" y="0"/>
                  </a:lnTo>
                  <a:lnTo>
                    <a:pt x="197" y="8"/>
                  </a:lnTo>
                  <a:lnTo>
                    <a:pt x="182" y="19"/>
                  </a:lnTo>
                  <a:lnTo>
                    <a:pt x="167" y="35"/>
                  </a:lnTo>
                  <a:lnTo>
                    <a:pt x="148" y="57"/>
                  </a:lnTo>
                  <a:lnTo>
                    <a:pt x="133" y="80"/>
                  </a:lnTo>
                  <a:lnTo>
                    <a:pt x="102" y="145"/>
                  </a:lnTo>
                  <a:lnTo>
                    <a:pt x="72" y="221"/>
                  </a:lnTo>
                  <a:lnTo>
                    <a:pt x="45" y="305"/>
                  </a:lnTo>
                  <a:lnTo>
                    <a:pt x="22" y="400"/>
                  </a:lnTo>
                  <a:lnTo>
                    <a:pt x="7" y="498"/>
                  </a:lnTo>
                  <a:lnTo>
                    <a:pt x="0" y="597"/>
                  </a:lnTo>
                  <a:lnTo>
                    <a:pt x="0" y="647"/>
                  </a:lnTo>
                  <a:lnTo>
                    <a:pt x="0" y="700"/>
                  </a:lnTo>
                  <a:lnTo>
                    <a:pt x="3" y="746"/>
                  </a:lnTo>
                  <a:lnTo>
                    <a:pt x="11" y="795"/>
                  </a:lnTo>
                  <a:lnTo>
                    <a:pt x="22" y="841"/>
                  </a:lnTo>
                  <a:lnTo>
                    <a:pt x="38" y="886"/>
                  </a:lnTo>
                  <a:lnTo>
                    <a:pt x="53" y="928"/>
                  </a:lnTo>
                  <a:lnTo>
                    <a:pt x="76" y="966"/>
                  </a:lnTo>
                  <a:lnTo>
                    <a:pt x="98" y="1004"/>
                  </a:lnTo>
                  <a:lnTo>
                    <a:pt x="129" y="1035"/>
                  </a:lnTo>
                  <a:lnTo>
                    <a:pt x="163" y="1065"/>
                  </a:lnTo>
                  <a:lnTo>
                    <a:pt x="197" y="1092"/>
                  </a:lnTo>
                  <a:lnTo>
                    <a:pt x="239" y="1114"/>
                  </a:lnTo>
                  <a:lnTo>
                    <a:pt x="285" y="1130"/>
                  </a:lnTo>
                  <a:lnTo>
                    <a:pt x="285" y="1130"/>
                  </a:lnTo>
                  <a:lnTo>
                    <a:pt x="323" y="1137"/>
                  </a:lnTo>
                  <a:lnTo>
                    <a:pt x="368" y="1145"/>
                  </a:lnTo>
                  <a:lnTo>
                    <a:pt x="421" y="1145"/>
                  </a:lnTo>
                  <a:lnTo>
                    <a:pt x="475" y="1145"/>
                  </a:lnTo>
                  <a:lnTo>
                    <a:pt x="535" y="1141"/>
                  </a:lnTo>
                  <a:lnTo>
                    <a:pt x="596" y="1133"/>
                  </a:lnTo>
                  <a:lnTo>
                    <a:pt x="661" y="1118"/>
                  </a:lnTo>
                  <a:lnTo>
                    <a:pt x="726" y="1103"/>
                  </a:lnTo>
                  <a:lnTo>
                    <a:pt x="790" y="1084"/>
                  </a:lnTo>
                  <a:lnTo>
                    <a:pt x="855" y="1061"/>
                  </a:lnTo>
                  <a:lnTo>
                    <a:pt x="916" y="1035"/>
                  </a:lnTo>
                  <a:lnTo>
                    <a:pt x="976" y="1000"/>
                  </a:lnTo>
                  <a:lnTo>
                    <a:pt x="1033" y="966"/>
                  </a:lnTo>
                  <a:lnTo>
                    <a:pt x="1087" y="924"/>
                  </a:lnTo>
                  <a:lnTo>
                    <a:pt x="1132" y="879"/>
                  </a:lnTo>
                  <a:lnTo>
                    <a:pt x="1170" y="829"/>
                  </a:lnTo>
                  <a:lnTo>
                    <a:pt x="1170" y="829"/>
                  </a:lnTo>
                  <a:lnTo>
                    <a:pt x="1185" y="803"/>
                  </a:lnTo>
                  <a:lnTo>
                    <a:pt x="1189" y="791"/>
                  </a:lnTo>
                  <a:lnTo>
                    <a:pt x="1189" y="780"/>
                  </a:lnTo>
                  <a:lnTo>
                    <a:pt x="1189" y="772"/>
                  </a:lnTo>
                  <a:lnTo>
                    <a:pt x="1185" y="768"/>
                  </a:lnTo>
                  <a:lnTo>
                    <a:pt x="1170" y="757"/>
                  </a:lnTo>
                  <a:lnTo>
                    <a:pt x="1151" y="749"/>
                  </a:lnTo>
                  <a:lnTo>
                    <a:pt x="1125" y="746"/>
                  </a:lnTo>
                  <a:lnTo>
                    <a:pt x="1060" y="749"/>
                  </a:lnTo>
                  <a:lnTo>
                    <a:pt x="938" y="761"/>
                  </a:lnTo>
                  <a:lnTo>
                    <a:pt x="919" y="765"/>
                  </a:lnTo>
                  <a:lnTo>
                    <a:pt x="904" y="761"/>
                  </a:lnTo>
                  <a:lnTo>
                    <a:pt x="897" y="757"/>
                  </a:lnTo>
                  <a:lnTo>
                    <a:pt x="900" y="749"/>
                  </a:lnTo>
                  <a:lnTo>
                    <a:pt x="900" y="749"/>
                  </a:lnTo>
                  <a:lnTo>
                    <a:pt x="957" y="689"/>
                  </a:lnTo>
                  <a:lnTo>
                    <a:pt x="1007" y="643"/>
                  </a:lnTo>
                  <a:lnTo>
                    <a:pt x="1056" y="605"/>
                  </a:lnTo>
                  <a:lnTo>
                    <a:pt x="1083" y="590"/>
                  </a:lnTo>
                  <a:lnTo>
                    <a:pt x="1113" y="574"/>
                  </a:lnTo>
                  <a:lnTo>
                    <a:pt x="1113" y="574"/>
                  </a:lnTo>
                  <a:close/>
                  <a:moveTo>
                    <a:pt x="349" y="464"/>
                  </a:moveTo>
                  <a:lnTo>
                    <a:pt x="349" y="464"/>
                  </a:lnTo>
                  <a:lnTo>
                    <a:pt x="326" y="460"/>
                  </a:lnTo>
                  <a:lnTo>
                    <a:pt x="304" y="457"/>
                  </a:lnTo>
                  <a:lnTo>
                    <a:pt x="285" y="445"/>
                  </a:lnTo>
                  <a:lnTo>
                    <a:pt x="269" y="430"/>
                  </a:lnTo>
                  <a:lnTo>
                    <a:pt x="254" y="415"/>
                  </a:lnTo>
                  <a:lnTo>
                    <a:pt x="243" y="392"/>
                  </a:lnTo>
                  <a:lnTo>
                    <a:pt x="235" y="373"/>
                  </a:lnTo>
                  <a:lnTo>
                    <a:pt x="235" y="350"/>
                  </a:lnTo>
                  <a:lnTo>
                    <a:pt x="235" y="350"/>
                  </a:lnTo>
                  <a:lnTo>
                    <a:pt x="235" y="324"/>
                  </a:lnTo>
                  <a:lnTo>
                    <a:pt x="243" y="305"/>
                  </a:lnTo>
                  <a:lnTo>
                    <a:pt x="254" y="282"/>
                  </a:lnTo>
                  <a:lnTo>
                    <a:pt x="269" y="266"/>
                  </a:lnTo>
                  <a:lnTo>
                    <a:pt x="285" y="251"/>
                  </a:lnTo>
                  <a:lnTo>
                    <a:pt x="304" y="240"/>
                  </a:lnTo>
                  <a:lnTo>
                    <a:pt x="326" y="236"/>
                  </a:lnTo>
                  <a:lnTo>
                    <a:pt x="349" y="232"/>
                  </a:lnTo>
                  <a:lnTo>
                    <a:pt x="349" y="232"/>
                  </a:lnTo>
                  <a:lnTo>
                    <a:pt x="372" y="236"/>
                  </a:lnTo>
                  <a:lnTo>
                    <a:pt x="395" y="240"/>
                  </a:lnTo>
                  <a:lnTo>
                    <a:pt x="414" y="251"/>
                  </a:lnTo>
                  <a:lnTo>
                    <a:pt x="433" y="266"/>
                  </a:lnTo>
                  <a:lnTo>
                    <a:pt x="448" y="282"/>
                  </a:lnTo>
                  <a:lnTo>
                    <a:pt x="456" y="305"/>
                  </a:lnTo>
                  <a:lnTo>
                    <a:pt x="463" y="324"/>
                  </a:lnTo>
                  <a:lnTo>
                    <a:pt x="467" y="350"/>
                  </a:lnTo>
                  <a:lnTo>
                    <a:pt x="467" y="350"/>
                  </a:lnTo>
                  <a:lnTo>
                    <a:pt x="463" y="373"/>
                  </a:lnTo>
                  <a:lnTo>
                    <a:pt x="456" y="392"/>
                  </a:lnTo>
                  <a:lnTo>
                    <a:pt x="448" y="415"/>
                  </a:lnTo>
                  <a:lnTo>
                    <a:pt x="433" y="430"/>
                  </a:lnTo>
                  <a:lnTo>
                    <a:pt x="414" y="445"/>
                  </a:lnTo>
                  <a:lnTo>
                    <a:pt x="395" y="457"/>
                  </a:lnTo>
                  <a:lnTo>
                    <a:pt x="372" y="460"/>
                  </a:lnTo>
                  <a:lnTo>
                    <a:pt x="349" y="464"/>
                  </a:lnTo>
                  <a:lnTo>
                    <a:pt x="349" y="464"/>
                  </a:lnTo>
                  <a:close/>
                </a:path>
              </a:pathLst>
            </a:custGeom>
            <a:gradFill>
              <a:gsLst>
                <a:gs pos="100000">
                  <a:srgbClr val="C2C2C2"/>
                </a:gs>
                <a:gs pos="85000">
                  <a:schemeClr val="accent3">
                    <a:lumMod val="95000"/>
                    <a:lumOff val="5000"/>
                  </a:schemeClr>
                </a:gs>
                <a:gs pos="0">
                  <a:schemeClr val="accent3">
                    <a:lumMod val="60000"/>
                  </a:schemeClr>
                </a:gs>
              </a:gsLst>
              <a:lin ang="5400000" scaled="0"/>
            </a:gradFill>
            <a:ln>
              <a:noFill/>
            </a:ln>
            <a:scene3d>
              <a:camera prst="orthographicFront"/>
              <a:lightRig rig="threePt" dir="t"/>
            </a:scene3d>
            <a:sp3d>
              <a:bevelT w="38100" h="19050"/>
            </a:sp3d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sz="1200"/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9021207" y="3445469"/>
              <a:ext cx="1262129" cy="61555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b="1" dirty="0"/>
                <a:t>Problem or Effect</a:t>
              </a:r>
            </a:p>
          </p:txBody>
        </p:sp>
      </p:grpSp>
      <p:sp>
        <p:nvSpPr>
          <p:cNvPr id="32" name="Rectangle 31"/>
          <p:cNvSpPr/>
          <p:nvPr/>
        </p:nvSpPr>
        <p:spPr>
          <a:xfrm>
            <a:off x="1524000" y="1"/>
            <a:ext cx="9144000" cy="1138434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33" name="TextBox 32"/>
          <p:cNvSpPr txBox="1"/>
          <p:nvPr/>
        </p:nvSpPr>
        <p:spPr>
          <a:xfrm>
            <a:off x="1823920" y="315303"/>
            <a:ext cx="8544161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7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FISH DIAGRAM TOOL KIT – Up to 6 M</a:t>
            </a:r>
          </a:p>
        </p:txBody>
      </p:sp>
    </p:spTree>
    <p:extLst>
      <p:ext uri="{BB962C8B-B14F-4D97-AF65-F5344CB8AC3E}">
        <p14:creationId xmlns:p14="http://schemas.microsoft.com/office/powerpoint/2010/main" val="183177705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64</Words>
  <Application>Microsoft Office PowerPoint</Application>
  <PresentationFormat>Grand écran</PresentationFormat>
  <Paragraphs>23</Paragraphs>
  <Slides>2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Thème Office</vt:lpstr>
      <vt:lpstr>ISHIKAWA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ISHIKAWA</dc:title>
  <dc:creator>ZADI MAAZOUZI Myriam GbsuFtbStrPil</dc:creator>
  <cp:lastModifiedBy>MAAZOUZI, NABIL</cp:lastModifiedBy>
  <cp:revision>1</cp:revision>
  <dcterms:created xsi:type="dcterms:W3CDTF">2024-03-06T13:21:39Z</dcterms:created>
  <dcterms:modified xsi:type="dcterms:W3CDTF">2024-03-25T15:50:05Z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1aaa69c8-0478-4e13-9e4c-38511e3b6774_Enabled">
    <vt:lpwstr>true</vt:lpwstr>
  </property>
  <property fmtid="{D5CDD505-2E9C-101B-9397-08002B2CF9AE}" pid="3" name="MSIP_Label_1aaa69c8-0478-4e13-9e4c-38511e3b6774_SetDate">
    <vt:lpwstr>2024-03-06T13:22:48Z</vt:lpwstr>
  </property>
  <property fmtid="{D5CDD505-2E9C-101B-9397-08002B2CF9AE}" pid="4" name="MSIP_Label_1aaa69c8-0478-4e13-9e4c-38511e3b6774_Method">
    <vt:lpwstr>Privileged</vt:lpwstr>
  </property>
  <property fmtid="{D5CDD505-2E9C-101B-9397-08002B2CF9AE}" pid="5" name="MSIP_Label_1aaa69c8-0478-4e13-9e4c-38511e3b6774_Name">
    <vt:lpwstr>1aaa69c8-0478-4e13-9e4c-38511e3b6774</vt:lpwstr>
  </property>
  <property fmtid="{D5CDD505-2E9C-101B-9397-08002B2CF9AE}" pid="6" name="MSIP_Label_1aaa69c8-0478-4e13-9e4c-38511e3b6774_SiteId">
    <vt:lpwstr>c9a7d621-4bc4-4407-b730-f428e656aa9e</vt:lpwstr>
  </property>
  <property fmtid="{D5CDD505-2E9C-101B-9397-08002B2CF9AE}" pid="7" name="MSIP_Label_1aaa69c8-0478-4e13-9e4c-38511e3b6774_ActionId">
    <vt:lpwstr>b11037a1-f2bb-4f07-bf06-598117c08360</vt:lpwstr>
  </property>
  <property fmtid="{D5CDD505-2E9C-101B-9397-08002B2CF9AE}" pid="8" name="MSIP_Label_1aaa69c8-0478-4e13-9e4c-38511e3b6774_ContentBits">
    <vt:lpwstr>0</vt:lpwstr>
  </property>
</Properties>
</file>